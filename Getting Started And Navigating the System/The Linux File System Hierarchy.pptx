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4"/>
  </p:sldMasterIdLst>
  <p:sldIdLst>
    <p:sldId id="257"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6" d="100"/>
          <a:sy n="66" d="100"/>
        </p:scale>
        <p:origin x="66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OGESH N P" userId="8f3b50bc46d0fa8d" providerId="LiveId" clId="{82C61581-93ED-4597-BD0C-197D45C18ADE}"/>
    <pc:docChg chg="undo custSel addSld modSld">
      <pc:chgData name="YOGESH N P" userId="8f3b50bc46d0fa8d" providerId="LiveId" clId="{82C61581-93ED-4597-BD0C-197D45C18ADE}" dt="2026-09-29T02:16:10.726" v="3657" actId="113"/>
      <pc:docMkLst>
        <pc:docMk/>
      </pc:docMkLst>
      <pc:sldChg chg="modSp mod">
        <pc:chgData name="YOGESH N P" userId="8f3b50bc46d0fa8d" providerId="LiveId" clId="{82C61581-93ED-4597-BD0C-197D45C18ADE}" dt="2026-09-29T01:34:42.315" v="1465" actId="20577"/>
        <pc:sldMkLst>
          <pc:docMk/>
          <pc:sldMk cId="2348246989" sldId="259"/>
        </pc:sldMkLst>
        <pc:spChg chg="mod">
          <ac:chgData name="YOGESH N P" userId="8f3b50bc46d0fa8d" providerId="LiveId" clId="{82C61581-93ED-4597-BD0C-197D45C18ADE}" dt="2026-09-29T01:34:42.315" v="1465" actId="20577"/>
          <ac:spMkLst>
            <pc:docMk/>
            <pc:sldMk cId="2348246989" sldId="259"/>
            <ac:spMk id="3" creationId="{48555A2F-401E-224F-0792-1688D814E106}"/>
          </ac:spMkLst>
        </pc:spChg>
      </pc:sldChg>
      <pc:sldChg chg="addSp delSp modSp mod">
        <pc:chgData name="YOGESH N P" userId="8f3b50bc46d0fa8d" providerId="LiveId" clId="{82C61581-93ED-4597-BD0C-197D45C18ADE}" dt="2026-09-29T00:20:27.451" v="316" actId="14100"/>
        <pc:sldMkLst>
          <pc:docMk/>
          <pc:sldMk cId="1506191308" sldId="263"/>
        </pc:sldMkLst>
        <pc:spChg chg="add del mod">
          <ac:chgData name="YOGESH N P" userId="8f3b50bc46d0fa8d" providerId="LiveId" clId="{82C61581-93ED-4597-BD0C-197D45C18ADE}" dt="2026-09-29T00:20:21.283" v="314"/>
          <ac:spMkLst>
            <pc:docMk/>
            <pc:sldMk cId="1506191308" sldId="263"/>
            <ac:spMk id="3" creationId="{8A600082-83FB-7CA0-3769-FDC7E2365B6F}"/>
          </ac:spMkLst>
        </pc:spChg>
        <pc:picChg chg="mod">
          <ac:chgData name="YOGESH N P" userId="8f3b50bc46d0fa8d" providerId="LiveId" clId="{82C61581-93ED-4597-BD0C-197D45C18ADE}" dt="2026-09-29T00:20:27.451" v="316" actId="14100"/>
          <ac:picMkLst>
            <pc:docMk/>
            <pc:sldMk cId="1506191308" sldId="263"/>
            <ac:picMk id="5" creationId="{CF64E684-9C13-3CE7-6196-4F4955A9042E}"/>
          </ac:picMkLst>
        </pc:picChg>
      </pc:sldChg>
      <pc:sldChg chg="addSp delSp modSp mod">
        <pc:chgData name="YOGESH N P" userId="8f3b50bc46d0fa8d" providerId="LiveId" clId="{82C61581-93ED-4597-BD0C-197D45C18ADE}" dt="2026-09-29T00:19:39.523" v="308"/>
        <pc:sldMkLst>
          <pc:docMk/>
          <pc:sldMk cId="2991910740" sldId="264"/>
        </pc:sldMkLst>
        <pc:spChg chg="mod">
          <ac:chgData name="YOGESH N P" userId="8f3b50bc46d0fa8d" providerId="LiveId" clId="{82C61581-93ED-4597-BD0C-197D45C18ADE}" dt="2026-09-29T00:19:36.886" v="306" actId="20577"/>
          <ac:spMkLst>
            <pc:docMk/>
            <pc:sldMk cId="2991910740" sldId="264"/>
            <ac:spMk id="3" creationId="{5F67D080-5EE7-F7CD-3BDF-57E9CD26485D}"/>
          </ac:spMkLst>
        </pc:spChg>
        <pc:spChg chg="add del mod">
          <ac:chgData name="YOGESH N P" userId="8f3b50bc46d0fa8d" providerId="LiveId" clId="{82C61581-93ED-4597-BD0C-197D45C18ADE}" dt="2026-09-29T00:19:39.523" v="308"/>
          <ac:spMkLst>
            <pc:docMk/>
            <pc:sldMk cId="2991910740" sldId="264"/>
            <ac:spMk id="4" creationId="{9416C932-88C0-4CF9-FD07-98E344B92A67}"/>
          </ac:spMkLst>
        </pc:spChg>
      </pc:sldChg>
      <pc:sldChg chg="addSp delSp modSp new mod chgLayout">
        <pc:chgData name="YOGESH N P" userId="8f3b50bc46d0fa8d" providerId="LiveId" clId="{82C61581-93ED-4597-BD0C-197D45C18ADE}" dt="2026-09-29T01:23:52.675" v="1386" actId="108"/>
        <pc:sldMkLst>
          <pc:docMk/>
          <pc:sldMk cId="3777501049" sldId="265"/>
        </pc:sldMkLst>
        <pc:spChg chg="mod ord">
          <ac:chgData name="YOGESH N P" userId="8f3b50bc46d0fa8d" providerId="LiveId" clId="{82C61581-93ED-4597-BD0C-197D45C18ADE}" dt="2026-09-29T00:48:53.932" v="830" actId="700"/>
          <ac:spMkLst>
            <pc:docMk/>
            <pc:sldMk cId="3777501049" sldId="265"/>
            <ac:spMk id="2" creationId="{8F6351CA-0CF3-D752-5FD3-4CA6DA2990C5}"/>
          </ac:spMkLst>
        </pc:spChg>
        <pc:spChg chg="del">
          <ac:chgData name="YOGESH N P" userId="8f3b50bc46d0fa8d" providerId="LiveId" clId="{82C61581-93ED-4597-BD0C-197D45C18ADE}" dt="2026-09-29T00:39:23.353" v="346" actId="3680"/>
          <ac:spMkLst>
            <pc:docMk/>
            <pc:sldMk cId="3777501049" sldId="265"/>
            <ac:spMk id="3" creationId="{EC9E9EF8-ECFE-6955-E88B-465CAA412146}"/>
          </ac:spMkLst>
        </pc:spChg>
        <pc:spChg chg="add del mod">
          <ac:chgData name="YOGESH N P" userId="8f3b50bc46d0fa8d" providerId="LiveId" clId="{82C61581-93ED-4597-BD0C-197D45C18ADE}" dt="2026-09-29T00:48:22.044" v="825"/>
          <ac:spMkLst>
            <pc:docMk/>
            <pc:sldMk cId="3777501049" sldId="265"/>
            <ac:spMk id="4" creationId="{B6F541CD-8A47-5439-9D45-B65101533CCD}"/>
          </ac:spMkLst>
        </pc:spChg>
        <pc:graphicFrameChg chg="add mod ord modGraphic">
          <ac:chgData name="YOGESH N P" userId="8f3b50bc46d0fa8d" providerId="LiveId" clId="{82C61581-93ED-4597-BD0C-197D45C18ADE}" dt="2026-09-29T01:23:52.675" v="1386" actId="108"/>
          <ac:graphicFrameMkLst>
            <pc:docMk/>
            <pc:sldMk cId="3777501049" sldId="265"/>
            <ac:graphicFrameMk id="5" creationId="{D22F91CA-F365-15D1-D10F-1313330DCC2F}"/>
          </ac:graphicFrameMkLst>
        </pc:graphicFrameChg>
      </pc:sldChg>
      <pc:sldChg chg="addSp delSp modSp new mod modClrScheme chgLayout">
        <pc:chgData name="YOGESH N P" userId="8f3b50bc46d0fa8d" providerId="LiveId" clId="{82C61581-93ED-4597-BD0C-197D45C18ADE}" dt="2026-09-29T01:23:48.549" v="1385"/>
        <pc:sldMkLst>
          <pc:docMk/>
          <pc:sldMk cId="2619142716" sldId="266"/>
        </pc:sldMkLst>
        <pc:spChg chg="del mod ord">
          <ac:chgData name="YOGESH N P" userId="8f3b50bc46d0fa8d" providerId="LiveId" clId="{82C61581-93ED-4597-BD0C-197D45C18ADE}" dt="2026-09-29T00:55:32.675" v="852" actId="700"/>
          <ac:spMkLst>
            <pc:docMk/>
            <pc:sldMk cId="2619142716" sldId="266"/>
            <ac:spMk id="2" creationId="{F629CC05-BE1E-C814-1355-190D6A49CB67}"/>
          </ac:spMkLst>
        </pc:spChg>
        <pc:spChg chg="del mod ord">
          <ac:chgData name="YOGESH N P" userId="8f3b50bc46d0fa8d" providerId="LiveId" clId="{82C61581-93ED-4597-BD0C-197D45C18ADE}" dt="2026-09-29T00:55:32.675" v="852" actId="700"/>
          <ac:spMkLst>
            <pc:docMk/>
            <pc:sldMk cId="2619142716" sldId="266"/>
            <ac:spMk id="3" creationId="{C30016FB-F192-46FF-A42C-3A6E56179BF2}"/>
          </ac:spMkLst>
        </pc:spChg>
        <pc:spChg chg="add del mod ord">
          <ac:chgData name="YOGESH N P" userId="8f3b50bc46d0fa8d" providerId="LiveId" clId="{82C61581-93ED-4597-BD0C-197D45C18ADE}" dt="2026-09-29T00:55:36.600" v="853" actId="700"/>
          <ac:spMkLst>
            <pc:docMk/>
            <pc:sldMk cId="2619142716" sldId="266"/>
            <ac:spMk id="4" creationId="{3B52D1EA-01FA-E4F4-5C25-9107BA43ACE7}"/>
          </ac:spMkLst>
        </pc:spChg>
        <pc:spChg chg="add del mod ord">
          <ac:chgData name="YOGESH N P" userId="8f3b50bc46d0fa8d" providerId="LiveId" clId="{82C61581-93ED-4597-BD0C-197D45C18ADE}" dt="2026-09-29T00:55:36.600" v="853" actId="700"/>
          <ac:spMkLst>
            <pc:docMk/>
            <pc:sldMk cId="2619142716" sldId="266"/>
            <ac:spMk id="5" creationId="{F0727F2D-27D2-CEFF-ACF9-2DA979F882BF}"/>
          </ac:spMkLst>
        </pc:spChg>
        <pc:spChg chg="add del mod ord">
          <ac:chgData name="YOGESH N P" userId="8f3b50bc46d0fa8d" providerId="LiveId" clId="{82C61581-93ED-4597-BD0C-197D45C18ADE}" dt="2026-09-29T00:55:57.646" v="855" actId="700"/>
          <ac:spMkLst>
            <pc:docMk/>
            <pc:sldMk cId="2619142716" sldId="266"/>
            <ac:spMk id="6" creationId="{F0FB537D-B5FF-3245-E428-78C54DA6442F}"/>
          </ac:spMkLst>
        </pc:spChg>
        <pc:spChg chg="add del mod ord">
          <ac:chgData name="YOGESH N P" userId="8f3b50bc46d0fa8d" providerId="LiveId" clId="{82C61581-93ED-4597-BD0C-197D45C18ADE}" dt="2026-09-29T00:55:57.646" v="855" actId="700"/>
          <ac:spMkLst>
            <pc:docMk/>
            <pc:sldMk cId="2619142716" sldId="266"/>
            <ac:spMk id="7" creationId="{6DC64E49-9F66-7A2B-C95E-A0438DAAF455}"/>
          </ac:spMkLst>
        </pc:spChg>
        <pc:spChg chg="add del mod ord">
          <ac:chgData name="YOGESH N P" userId="8f3b50bc46d0fa8d" providerId="LiveId" clId="{82C61581-93ED-4597-BD0C-197D45C18ADE}" dt="2026-09-29T00:55:57.646" v="855" actId="700"/>
          <ac:spMkLst>
            <pc:docMk/>
            <pc:sldMk cId="2619142716" sldId="266"/>
            <ac:spMk id="8" creationId="{540BC2AC-C64C-5F27-1FB0-C0791F0B42F2}"/>
          </ac:spMkLst>
        </pc:spChg>
        <pc:spChg chg="add del mod ord">
          <ac:chgData name="YOGESH N P" userId="8f3b50bc46d0fa8d" providerId="LiveId" clId="{82C61581-93ED-4597-BD0C-197D45C18ADE}" dt="2026-09-29T00:56:06.562" v="856" actId="700"/>
          <ac:spMkLst>
            <pc:docMk/>
            <pc:sldMk cId="2619142716" sldId="266"/>
            <ac:spMk id="9" creationId="{AE138D1F-85FF-ECF9-E77E-9396CE958563}"/>
          </ac:spMkLst>
        </pc:spChg>
        <pc:spChg chg="add del mod ord">
          <ac:chgData name="YOGESH N P" userId="8f3b50bc46d0fa8d" providerId="LiveId" clId="{82C61581-93ED-4597-BD0C-197D45C18ADE}" dt="2026-09-29T00:56:06.562" v="856" actId="700"/>
          <ac:spMkLst>
            <pc:docMk/>
            <pc:sldMk cId="2619142716" sldId="266"/>
            <ac:spMk id="10" creationId="{9D9377C4-4A5A-DD8F-9C2C-86FFC841360F}"/>
          </ac:spMkLst>
        </pc:spChg>
        <pc:spChg chg="add del mod ord">
          <ac:chgData name="YOGESH N P" userId="8f3b50bc46d0fa8d" providerId="LiveId" clId="{82C61581-93ED-4597-BD0C-197D45C18ADE}" dt="2026-09-29T00:56:06.562" v="856" actId="700"/>
          <ac:spMkLst>
            <pc:docMk/>
            <pc:sldMk cId="2619142716" sldId="266"/>
            <ac:spMk id="11" creationId="{747A852C-16C5-52BE-2BB7-4C089FEDEDEF}"/>
          </ac:spMkLst>
        </pc:spChg>
        <pc:spChg chg="add del mod ord">
          <ac:chgData name="YOGESH N P" userId="8f3b50bc46d0fa8d" providerId="LiveId" clId="{82C61581-93ED-4597-BD0C-197D45C18ADE}" dt="2026-09-29T00:56:13.179" v="860" actId="700"/>
          <ac:spMkLst>
            <pc:docMk/>
            <pc:sldMk cId="2619142716" sldId="266"/>
            <ac:spMk id="12" creationId="{A28671E9-CA7B-97FA-0B5A-0F26BE0E3029}"/>
          </ac:spMkLst>
        </pc:spChg>
        <pc:spChg chg="add del mod">
          <ac:chgData name="YOGESH N P" userId="8f3b50bc46d0fa8d" providerId="LiveId" clId="{82C61581-93ED-4597-BD0C-197D45C18ADE}" dt="2026-09-29T00:56:09.638" v="859"/>
          <ac:spMkLst>
            <pc:docMk/>
            <pc:sldMk cId="2619142716" sldId="266"/>
            <ac:spMk id="13" creationId="{249BC269-308A-5A60-44D4-257763D8B353}"/>
          </ac:spMkLst>
        </pc:spChg>
        <pc:spChg chg="add mod ord">
          <ac:chgData name="YOGESH N P" userId="8f3b50bc46d0fa8d" providerId="LiveId" clId="{82C61581-93ED-4597-BD0C-197D45C18ADE}" dt="2026-09-29T00:56:13.179" v="860" actId="700"/>
          <ac:spMkLst>
            <pc:docMk/>
            <pc:sldMk cId="2619142716" sldId="266"/>
            <ac:spMk id="14" creationId="{6818EDE7-177D-2DEA-7DD9-6D818087F8E3}"/>
          </ac:spMkLst>
        </pc:spChg>
        <pc:spChg chg="add del mod ord">
          <ac:chgData name="YOGESH N P" userId="8f3b50bc46d0fa8d" providerId="LiveId" clId="{82C61581-93ED-4597-BD0C-197D45C18ADE}" dt="2026-09-29T00:56:26.800" v="861" actId="3680"/>
          <ac:spMkLst>
            <pc:docMk/>
            <pc:sldMk cId="2619142716" sldId="266"/>
            <ac:spMk id="15" creationId="{18840539-9272-1E79-B1AF-7B1964B9844F}"/>
          </ac:spMkLst>
        </pc:spChg>
        <pc:graphicFrameChg chg="add mod ord modGraphic">
          <ac:chgData name="YOGESH N P" userId="8f3b50bc46d0fa8d" providerId="LiveId" clId="{82C61581-93ED-4597-BD0C-197D45C18ADE}" dt="2026-09-29T01:23:48.549" v="1385"/>
          <ac:graphicFrameMkLst>
            <pc:docMk/>
            <pc:sldMk cId="2619142716" sldId="266"/>
            <ac:graphicFrameMk id="16" creationId="{88602FFB-FEBE-668C-C841-419C04E8786D}"/>
          </ac:graphicFrameMkLst>
        </pc:graphicFrameChg>
      </pc:sldChg>
      <pc:sldChg chg="addSp delSp modSp new mod chgLayout">
        <pc:chgData name="YOGESH N P" userId="8f3b50bc46d0fa8d" providerId="LiveId" clId="{82C61581-93ED-4597-BD0C-197D45C18ADE}" dt="2026-09-29T01:25:10.375" v="1391" actId="700"/>
        <pc:sldMkLst>
          <pc:docMk/>
          <pc:sldMk cId="4212005219" sldId="267"/>
        </pc:sldMkLst>
        <pc:spChg chg="add del mod">
          <ac:chgData name="YOGESH N P" userId="8f3b50bc46d0fa8d" providerId="LiveId" clId="{82C61581-93ED-4597-BD0C-197D45C18ADE}" dt="2026-09-29T01:25:10.375" v="1391" actId="700"/>
          <ac:spMkLst>
            <pc:docMk/>
            <pc:sldMk cId="4212005219" sldId="267"/>
            <ac:spMk id="2" creationId="{982B5774-E506-6997-5551-279CEAA67D10}"/>
          </ac:spMkLst>
        </pc:spChg>
        <pc:spChg chg="del">
          <ac:chgData name="YOGESH N P" userId="8f3b50bc46d0fa8d" providerId="LiveId" clId="{82C61581-93ED-4597-BD0C-197D45C18ADE}" dt="2026-09-29T01:19:49.317" v="1361" actId="3680"/>
          <ac:spMkLst>
            <pc:docMk/>
            <pc:sldMk cId="4212005219" sldId="267"/>
            <ac:spMk id="3" creationId="{5413EF53-10C1-2799-AB21-4B5C64BEDF7D}"/>
          </ac:spMkLst>
        </pc:spChg>
        <pc:spChg chg="add del mod ord">
          <ac:chgData name="YOGESH N P" userId="8f3b50bc46d0fa8d" providerId="LiveId" clId="{82C61581-93ED-4597-BD0C-197D45C18ADE}" dt="2026-09-29T01:25:10.375" v="1391" actId="700"/>
          <ac:spMkLst>
            <pc:docMk/>
            <pc:sldMk cId="4212005219" sldId="267"/>
            <ac:spMk id="5" creationId="{653E836B-C122-A35E-1FED-B91A73526EC3}"/>
          </ac:spMkLst>
        </pc:spChg>
        <pc:graphicFrameChg chg="add mod ord modGraphic">
          <ac:chgData name="YOGESH N P" userId="8f3b50bc46d0fa8d" providerId="LiveId" clId="{82C61581-93ED-4597-BD0C-197D45C18ADE}" dt="2026-09-29T01:25:10.375" v="1391" actId="700"/>
          <ac:graphicFrameMkLst>
            <pc:docMk/>
            <pc:sldMk cId="4212005219" sldId="267"/>
            <ac:graphicFrameMk id="4" creationId="{07F98366-AD1C-6C12-A56C-17B82ACD2F3A}"/>
          </ac:graphicFrameMkLst>
        </pc:graphicFrameChg>
      </pc:sldChg>
      <pc:sldChg chg="addSp delSp modSp new mod">
        <pc:chgData name="YOGESH N P" userId="8f3b50bc46d0fa8d" providerId="LiveId" clId="{82C61581-93ED-4597-BD0C-197D45C18ADE}" dt="2026-09-29T01:30:49.714" v="1402" actId="1076"/>
        <pc:sldMkLst>
          <pc:docMk/>
          <pc:sldMk cId="4253284684" sldId="268"/>
        </pc:sldMkLst>
        <pc:spChg chg="mod">
          <ac:chgData name="YOGESH N P" userId="8f3b50bc46d0fa8d" providerId="LiveId" clId="{82C61581-93ED-4597-BD0C-197D45C18ADE}" dt="2026-09-29T01:25:44.435" v="1393"/>
          <ac:spMkLst>
            <pc:docMk/>
            <pc:sldMk cId="4253284684" sldId="268"/>
            <ac:spMk id="2" creationId="{D3FBD11E-2E66-B5C7-D795-3652FF3DA649}"/>
          </ac:spMkLst>
        </pc:spChg>
        <pc:spChg chg="del">
          <ac:chgData name="YOGESH N P" userId="8f3b50bc46d0fa8d" providerId="LiveId" clId="{82C61581-93ED-4597-BD0C-197D45C18ADE}" dt="2026-09-29T01:25:56.475" v="1394" actId="931"/>
          <ac:spMkLst>
            <pc:docMk/>
            <pc:sldMk cId="4253284684" sldId="268"/>
            <ac:spMk id="3" creationId="{B9D29837-6864-09F2-4FA2-8DACD045D261}"/>
          </ac:spMkLst>
        </pc:spChg>
        <pc:picChg chg="add mod ord">
          <ac:chgData name="YOGESH N P" userId="8f3b50bc46d0fa8d" providerId="LiveId" clId="{82C61581-93ED-4597-BD0C-197D45C18ADE}" dt="2026-09-29T01:30:42.091" v="1401" actId="1076"/>
          <ac:picMkLst>
            <pc:docMk/>
            <pc:sldMk cId="4253284684" sldId="268"/>
            <ac:picMk id="5" creationId="{8618A8A4-2484-9211-583D-DAFD67C3C932}"/>
          </ac:picMkLst>
        </pc:picChg>
        <pc:picChg chg="add mod">
          <ac:chgData name="YOGESH N P" userId="8f3b50bc46d0fa8d" providerId="LiveId" clId="{82C61581-93ED-4597-BD0C-197D45C18ADE}" dt="2026-09-29T01:30:49.714" v="1402" actId="1076"/>
          <ac:picMkLst>
            <pc:docMk/>
            <pc:sldMk cId="4253284684" sldId="268"/>
            <ac:picMk id="7" creationId="{A45EBEC7-64B3-0EB3-28A3-BE8E62CC7EB7}"/>
          </ac:picMkLst>
        </pc:picChg>
      </pc:sldChg>
      <pc:sldChg chg="addSp delSp modSp new mod">
        <pc:chgData name="YOGESH N P" userId="8f3b50bc46d0fa8d" providerId="LiveId" clId="{82C61581-93ED-4597-BD0C-197D45C18ADE}" dt="2026-09-29T02:06:10.349" v="3096"/>
        <pc:sldMkLst>
          <pc:docMk/>
          <pc:sldMk cId="784740459" sldId="269"/>
        </pc:sldMkLst>
        <pc:spChg chg="mod">
          <ac:chgData name="YOGESH N P" userId="8f3b50bc46d0fa8d" providerId="LiveId" clId="{82C61581-93ED-4597-BD0C-197D45C18ADE}" dt="2026-09-29T01:38:36.809" v="1490" actId="20577"/>
          <ac:spMkLst>
            <pc:docMk/>
            <pc:sldMk cId="784740459" sldId="269"/>
            <ac:spMk id="2" creationId="{6584B621-7195-9B5A-0223-39F1BFAF3ACF}"/>
          </ac:spMkLst>
        </pc:spChg>
        <pc:spChg chg="mod">
          <ac:chgData name="YOGESH N P" userId="8f3b50bc46d0fa8d" providerId="LiveId" clId="{82C61581-93ED-4597-BD0C-197D45C18ADE}" dt="2026-09-29T02:06:10.349" v="3096"/>
          <ac:spMkLst>
            <pc:docMk/>
            <pc:sldMk cId="784740459" sldId="269"/>
            <ac:spMk id="3" creationId="{987EE72A-3455-CC83-A329-B25BF59FA73D}"/>
          </ac:spMkLst>
        </pc:spChg>
        <pc:picChg chg="add del">
          <ac:chgData name="YOGESH N P" userId="8f3b50bc46d0fa8d" providerId="LiveId" clId="{82C61581-93ED-4597-BD0C-197D45C18ADE}" dt="2026-09-29T01:49:30.089" v="2062" actId="22"/>
          <ac:picMkLst>
            <pc:docMk/>
            <pc:sldMk cId="784740459" sldId="269"/>
            <ac:picMk id="5" creationId="{3D2ABE27-F649-3187-BC0A-AF0F0A2A70CB}"/>
          </ac:picMkLst>
        </pc:picChg>
      </pc:sldChg>
      <pc:sldChg chg="modSp new mod">
        <pc:chgData name="YOGESH N P" userId="8f3b50bc46d0fa8d" providerId="LiveId" clId="{82C61581-93ED-4597-BD0C-197D45C18ADE}" dt="2026-09-29T02:04:22.511" v="3042" actId="12"/>
        <pc:sldMkLst>
          <pc:docMk/>
          <pc:sldMk cId="4098327381" sldId="270"/>
        </pc:sldMkLst>
        <pc:spChg chg="mod">
          <ac:chgData name="YOGESH N P" userId="8f3b50bc46d0fa8d" providerId="LiveId" clId="{82C61581-93ED-4597-BD0C-197D45C18ADE}" dt="2026-09-29T02:01:30.475" v="2813" actId="20577"/>
          <ac:spMkLst>
            <pc:docMk/>
            <pc:sldMk cId="4098327381" sldId="270"/>
            <ac:spMk id="2" creationId="{6F856CE8-A8DD-2817-7EC8-8489446BCCB9}"/>
          </ac:spMkLst>
        </pc:spChg>
        <pc:spChg chg="mod">
          <ac:chgData name="YOGESH N P" userId="8f3b50bc46d0fa8d" providerId="LiveId" clId="{82C61581-93ED-4597-BD0C-197D45C18ADE}" dt="2026-09-29T02:04:22.511" v="3042" actId="12"/>
          <ac:spMkLst>
            <pc:docMk/>
            <pc:sldMk cId="4098327381" sldId="270"/>
            <ac:spMk id="3" creationId="{2229DBA6-1834-5BBD-0325-BE5E27A1490B}"/>
          </ac:spMkLst>
        </pc:spChg>
      </pc:sldChg>
      <pc:sldChg chg="modSp new mod">
        <pc:chgData name="YOGESH N P" userId="8f3b50bc46d0fa8d" providerId="LiveId" clId="{82C61581-93ED-4597-BD0C-197D45C18ADE}" dt="2026-09-29T02:04:12.160" v="3041" actId="12"/>
        <pc:sldMkLst>
          <pc:docMk/>
          <pc:sldMk cId="2876987074" sldId="271"/>
        </pc:sldMkLst>
        <pc:spChg chg="mod">
          <ac:chgData name="YOGESH N P" userId="8f3b50bc46d0fa8d" providerId="LiveId" clId="{82C61581-93ED-4597-BD0C-197D45C18ADE}" dt="2026-09-29T02:01:42.145" v="2828" actId="20577"/>
          <ac:spMkLst>
            <pc:docMk/>
            <pc:sldMk cId="2876987074" sldId="271"/>
            <ac:spMk id="2" creationId="{20118F8C-F8E1-AD17-11CA-77CDFAFBEC7E}"/>
          </ac:spMkLst>
        </pc:spChg>
        <pc:spChg chg="mod">
          <ac:chgData name="YOGESH N P" userId="8f3b50bc46d0fa8d" providerId="LiveId" clId="{82C61581-93ED-4597-BD0C-197D45C18ADE}" dt="2026-09-29T02:04:12.160" v="3041" actId="12"/>
          <ac:spMkLst>
            <pc:docMk/>
            <pc:sldMk cId="2876987074" sldId="271"/>
            <ac:spMk id="3" creationId="{821B4A07-AFE4-FB9E-147B-3DDFE0553E94}"/>
          </ac:spMkLst>
        </pc:spChg>
      </pc:sldChg>
      <pc:sldChg chg="modSp new mod">
        <pc:chgData name="YOGESH N P" userId="8f3b50bc46d0fa8d" providerId="LiveId" clId="{82C61581-93ED-4597-BD0C-197D45C18ADE}" dt="2026-09-29T02:09:18.703" v="3321" actId="113"/>
        <pc:sldMkLst>
          <pc:docMk/>
          <pc:sldMk cId="617615448" sldId="272"/>
        </pc:sldMkLst>
        <pc:spChg chg="mod">
          <ac:chgData name="YOGESH N P" userId="8f3b50bc46d0fa8d" providerId="LiveId" clId="{82C61581-93ED-4597-BD0C-197D45C18ADE}" dt="2026-09-29T02:06:40.505" v="3126" actId="20577"/>
          <ac:spMkLst>
            <pc:docMk/>
            <pc:sldMk cId="617615448" sldId="272"/>
            <ac:spMk id="2" creationId="{9DA2EB80-87C0-6870-F3F4-14B974313E09}"/>
          </ac:spMkLst>
        </pc:spChg>
        <pc:spChg chg="mod">
          <ac:chgData name="YOGESH N P" userId="8f3b50bc46d0fa8d" providerId="LiveId" clId="{82C61581-93ED-4597-BD0C-197D45C18ADE}" dt="2026-09-29T02:09:18.703" v="3321" actId="113"/>
          <ac:spMkLst>
            <pc:docMk/>
            <pc:sldMk cId="617615448" sldId="272"/>
            <ac:spMk id="3" creationId="{9502B6F3-22FF-6EB8-61A5-3ED908617FF9}"/>
          </ac:spMkLst>
        </pc:spChg>
      </pc:sldChg>
      <pc:sldChg chg="modSp new mod">
        <pc:chgData name="YOGESH N P" userId="8f3b50bc46d0fa8d" providerId="LiveId" clId="{82C61581-93ED-4597-BD0C-197D45C18ADE}" dt="2026-09-29T02:16:10.726" v="3657" actId="113"/>
        <pc:sldMkLst>
          <pc:docMk/>
          <pc:sldMk cId="1343554995" sldId="273"/>
        </pc:sldMkLst>
        <pc:spChg chg="mod">
          <ac:chgData name="YOGESH N P" userId="8f3b50bc46d0fa8d" providerId="LiveId" clId="{82C61581-93ED-4597-BD0C-197D45C18ADE}" dt="2026-09-29T02:10:56.294" v="3349" actId="20577"/>
          <ac:spMkLst>
            <pc:docMk/>
            <pc:sldMk cId="1343554995" sldId="273"/>
            <ac:spMk id="2" creationId="{EA35A37D-9FC4-055E-1696-0606F5688A58}"/>
          </ac:spMkLst>
        </pc:spChg>
        <pc:spChg chg="mod">
          <ac:chgData name="YOGESH N P" userId="8f3b50bc46d0fa8d" providerId="LiveId" clId="{82C61581-93ED-4597-BD0C-197D45C18ADE}" dt="2026-09-29T02:16:10.726" v="3657" actId="113"/>
          <ac:spMkLst>
            <pc:docMk/>
            <pc:sldMk cId="1343554995" sldId="273"/>
            <ac:spMk id="3" creationId="{021AEDFB-4A67-1991-C190-CF48539F7ACA}"/>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9/29/2026</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8331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9/29/2026</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92670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9/29/2026</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04162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9/29/2026</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6663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9/29/2026</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68194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9/29/2026</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11860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9/29/2026</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01422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9/29/2026</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33282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9/29/2026</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23267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9/29/2026</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72269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9/29/2026</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1827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9/29/2026</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4982234"/>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47" r:id="rId3"/>
    <p:sldLayoutId id="2147483743" r:id="rId4"/>
    <p:sldLayoutId id="2147483738" r:id="rId5"/>
    <p:sldLayoutId id="2147483732" r:id="rId6"/>
    <p:sldLayoutId id="2147483733" r:id="rId7"/>
    <p:sldLayoutId id="2147483734" r:id="rId8"/>
    <p:sldLayoutId id="2147483735" r:id="rId9"/>
    <p:sldLayoutId id="2147483736" r:id="rId10"/>
    <p:sldLayoutId id="2147483737"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FD68DA-43BA-4508-8DE2-BA9BB7B2FA5B}"/>
              </a:ext>
            </a:extLst>
          </p:cNvPr>
          <p:cNvSpPr>
            <a:spLocks noGrp="1"/>
          </p:cNvSpPr>
          <p:nvPr>
            <p:ph type="ctrTitle"/>
          </p:nvPr>
        </p:nvSpPr>
        <p:spPr>
          <a:xfrm>
            <a:off x="5289754" y="639097"/>
            <a:ext cx="6253317" cy="3686015"/>
          </a:xfrm>
        </p:spPr>
        <p:txBody>
          <a:bodyPr>
            <a:normAutofit/>
          </a:bodyPr>
          <a:lstStyle/>
          <a:p>
            <a:r>
              <a:rPr lang="en-US" dirty="0"/>
              <a:t>The Linux File System Hierarchy</a:t>
            </a:r>
            <a:endParaRPr lang="en-US" sz="8000" dirty="0"/>
          </a:p>
        </p:txBody>
      </p:sp>
      <p:sp>
        <p:nvSpPr>
          <p:cNvPr id="3" name="Subtitle 2">
            <a:extLst>
              <a:ext uri="{FF2B5EF4-FFF2-40B4-BE49-F238E27FC236}">
                <a16:creationId xmlns:a16="http://schemas.microsoft.com/office/drawing/2014/main" id="{A8E9CFF2-3777-4FF4-A759-8491175B0B7C}"/>
              </a:ext>
            </a:extLst>
          </p:cNvPr>
          <p:cNvSpPr>
            <a:spLocks noGrp="1"/>
          </p:cNvSpPr>
          <p:nvPr>
            <p:ph type="subTitle" idx="1"/>
          </p:nvPr>
        </p:nvSpPr>
        <p:spPr>
          <a:xfrm>
            <a:off x="5289753" y="4672739"/>
            <a:ext cx="6269347" cy="1021498"/>
          </a:xfrm>
        </p:spPr>
        <p:txBody>
          <a:bodyPr>
            <a:normAutofit/>
          </a:bodyPr>
          <a:lstStyle/>
          <a:p>
            <a:r>
              <a:rPr lang="en-IN" dirty="0"/>
              <a:t>MODULE 1: GETTING STARTED &amp; NAVIGATING THE SYSTEM</a:t>
            </a:r>
            <a:endParaRPr lang="en-US" dirty="0">
              <a:solidFill>
                <a:schemeClr val="tx1">
                  <a:lumMod val="85000"/>
                  <a:lumOff val="15000"/>
                </a:schemeClr>
              </a:solidFill>
            </a:endParaRPr>
          </a:p>
        </p:txBody>
      </p:sp>
      <p:pic>
        <p:nvPicPr>
          <p:cNvPr id="5" name="Picture 4" descr="A picture containing building, sitting, bench, side&#10;&#10;Description automatically generated">
            <a:extLst>
              <a:ext uri="{FF2B5EF4-FFF2-40B4-BE49-F238E27FC236}">
                <a16:creationId xmlns:a16="http://schemas.microsoft.com/office/drawing/2014/main" id="{282CF6DD-7FE8-4063-9551-1B7BBCE92ABE}"/>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 y="1"/>
            <a:ext cx="4635315" cy="6857999"/>
          </a:xfrm>
          <a:prstGeom prst="rect">
            <a:avLst/>
          </a:prstGeom>
        </p:spPr>
      </p:pic>
      <p:cxnSp>
        <p:nvCxnSpPr>
          <p:cNvPr id="24" name="Straight Connector 23">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27754"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3737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631D4-1FB7-087B-8654-E834B8C7E1DE}"/>
              </a:ext>
            </a:extLst>
          </p:cNvPr>
          <p:cNvSpPr>
            <a:spLocks noGrp="1"/>
          </p:cNvSpPr>
          <p:nvPr>
            <p:ph type="title"/>
          </p:nvPr>
        </p:nvSpPr>
        <p:spPr/>
        <p:txBody>
          <a:bodyPr/>
          <a:lstStyle/>
          <a:p>
            <a:r>
              <a:rPr lang="en-IN" dirty="0"/>
              <a:t>INDEX</a:t>
            </a:r>
          </a:p>
        </p:txBody>
      </p:sp>
      <p:sp>
        <p:nvSpPr>
          <p:cNvPr id="3" name="Content Placeholder 2">
            <a:extLst>
              <a:ext uri="{FF2B5EF4-FFF2-40B4-BE49-F238E27FC236}">
                <a16:creationId xmlns:a16="http://schemas.microsoft.com/office/drawing/2014/main" id="{48555A2F-401E-224F-0792-1688D814E106}"/>
              </a:ext>
            </a:extLst>
          </p:cNvPr>
          <p:cNvSpPr>
            <a:spLocks noGrp="1"/>
          </p:cNvSpPr>
          <p:nvPr>
            <p:ph idx="1"/>
          </p:nvPr>
        </p:nvSpPr>
        <p:spPr/>
        <p:txBody>
          <a:bodyPr/>
          <a:lstStyle/>
          <a:p>
            <a:pPr>
              <a:buFont typeface="Wingdings" panose="05000000000000000000" pitchFamily="2" charset="2"/>
              <a:buChar char="v"/>
            </a:pPr>
            <a:r>
              <a:rPr lang="en-IN" dirty="0"/>
              <a:t> Why is "Everything a File" in Linux?</a:t>
            </a:r>
          </a:p>
          <a:p>
            <a:pPr>
              <a:buFont typeface="Wingdings" panose="05000000000000000000" pitchFamily="2" charset="2"/>
              <a:buChar char="v"/>
            </a:pPr>
            <a:r>
              <a:rPr lang="en-IN" dirty="0"/>
              <a:t> Types of Files in Linux?</a:t>
            </a:r>
          </a:p>
          <a:p>
            <a:pPr>
              <a:buFont typeface="Wingdings" panose="05000000000000000000" pitchFamily="2" charset="2"/>
              <a:buChar char="v"/>
            </a:pPr>
            <a:r>
              <a:rPr lang="en-IN" dirty="0"/>
              <a:t> How to check File Type.</a:t>
            </a:r>
          </a:p>
          <a:p>
            <a:pPr>
              <a:buFont typeface="Wingdings" panose="05000000000000000000" pitchFamily="2" charset="2"/>
              <a:buChar char="v"/>
            </a:pPr>
            <a:r>
              <a:rPr lang="en-IN" dirty="0"/>
              <a:t> File System Navigation commands.</a:t>
            </a:r>
          </a:p>
          <a:p>
            <a:pPr>
              <a:buFont typeface="Wingdings" panose="05000000000000000000" pitchFamily="2" charset="2"/>
              <a:buChar char="v"/>
            </a:pPr>
            <a:r>
              <a:rPr lang="en-IN" dirty="0"/>
              <a:t> Linux File System Hierarchy.</a:t>
            </a:r>
          </a:p>
          <a:p>
            <a:pPr>
              <a:buFont typeface="Wingdings" panose="05000000000000000000" pitchFamily="2" charset="2"/>
              <a:buChar char="v"/>
            </a:pPr>
            <a:r>
              <a:rPr lang="en-IN" dirty="0"/>
              <a:t> Linux File System Hierarchy Structure.</a:t>
            </a:r>
          </a:p>
          <a:p>
            <a:pPr>
              <a:buFont typeface="Wingdings" panose="05000000000000000000" pitchFamily="2" charset="2"/>
              <a:buChar char="v"/>
            </a:pPr>
            <a:r>
              <a:rPr lang="en-IN" dirty="0"/>
              <a:t> Basic Linux Commands.</a:t>
            </a:r>
          </a:p>
          <a:p>
            <a:endParaRPr lang="en-IN" dirty="0"/>
          </a:p>
        </p:txBody>
      </p:sp>
    </p:spTree>
    <p:extLst>
      <p:ext uri="{BB962C8B-B14F-4D97-AF65-F5344CB8AC3E}">
        <p14:creationId xmlns:p14="http://schemas.microsoft.com/office/powerpoint/2010/main" val="23482469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A27B1-B3A2-48B3-E58D-27BBCD627E1E}"/>
              </a:ext>
            </a:extLst>
          </p:cNvPr>
          <p:cNvSpPr>
            <a:spLocks noGrp="1"/>
          </p:cNvSpPr>
          <p:nvPr>
            <p:ph type="title"/>
          </p:nvPr>
        </p:nvSpPr>
        <p:spPr/>
        <p:txBody>
          <a:bodyPr>
            <a:normAutofit/>
          </a:bodyPr>
          <a:lstStyle/>
          <a:p>
            <a:pPr>
              <a:buClr>
                <a:schemeClr val="accent1"/>
              </a:buClr>
              <a:buSzPct val="100000"/>
            </a:pPr>
            <a:r>
              <a:rPr lang="en-IN" dirty="0"/>
              <a:t>Why is "Everything a File" in Linux?</a:t>
            </a:r>
          </a:p>
        </p:txBody>
      </p:sp>
      <p:sp>
        <p:nvSpPr>
          <p:cNvPr id="3" name="Content Placeholder 2">
            <a:extLst>
              <a:ext uri="{FF2B5EF4-FFF2-40B4-BE49-F238E27FC236}">
                <a16:creationId xmlns:a16="http://schemas.microsoft.com/office/drawing/2014/main" id="{5806B5E3-63DF-5E9B-3742-604E6413679C}"/>
              </a:ext>
            </a:extLst>
          </p:cNvPr>
          <p:cNvSpPr>
            <a:spLocks noGrp="1"/>
          </p:cNvSpPr>
          <p:nvPr>
            <p:ph idx="1"/>
          </p:nvPr>
        </p:nvSpPr>
        <p:spPr/>
        <p:txBody>
          <a:bodyPr/>
          <a:lstStyle/>
          <a:p>
            <a:pPr>
              <a:buFont typeface="Wingdings" panose="05000000000000000000" pitchFamily="2" charset="2"/>
              <a:buChar char="Ø"/>
            </a:pPr>
            <a:r>
              <a:rPr lang="en-IN" dirty="0"/>
              <a:t> In </a:t>
            </a:r>
            <a:r>
              <a:rPr lang="en-US" dirty="0"/>
              <a:t>Linux, the phrase "everything is a file" means that the operating system represents and accesses almost all system resources—including hardware devices, directories, and processes—through a uniform file-based interface.</a:t>
            </a:r>
          </a:p>
          <a:p>
            <a:pPr>
              <a:buFont typeface="Wingdings" panose="05000000000000000000" pitchFamily="2" charset="2"/>
              <a:buChar char="Ø"/>
            </a:pPr>
            <a:r>
              <a:rPr lang="en-US" dirty="0"/>
              <a:t> The Core Concept: Uniform Interface</a:t>
            </a:r>
          </a:p>
          <a:p>
            <a:pPr>
              <a:buFont typeface="Wingdings" panose="05000000000000000000" pitchFamily="2" charset="2"/>
              <a:buChar char="Ø"/>
            </a:pPr>
            <a:r>
              <a:rPr lang="en-US" dirty="0"/>
              <a:t> Linux treats hardware, processes, and storage as files so programs can interact with the entire system using the exact same basic actions: </a:t>
            </a:r>
            <a:r>
              <a:rPr lang="en-US" b="1" dirty="0"/>
              <a:t>Open, Read, Write,</a:t>
            </a:r>
            <a:r>
              <a:rPr lang="en-US" dirty="0"/>
              <a:t> and </a:t>
            </a:r>
            <a:r>
              <a:rPr lang="en-US" b="1" dirty="0"/>
              <a:t>Close</a:t>
            </a:r>
          </a:p>
          <a:p>
            <a:pPr>
              <a:buFont typeface="Wingdings" panose="05000000000000000000" pitchFamily="2" charset="2"/>
              <a:buChar char="Ø"/>
            </a:pPr>
            <a:r>
              <a:rPr lang="en-US" b="1" dirty="0"/>
              <a:t> </a:t>
            </a:r>
            <a:r>
              <a:rPr lang="en-IN" b="1" dirty="0"/>
              <a:t>Simplicity: </a:t>
            </a:r>
            <a:r>
              <a:rPr lang="en-IN" dirty="0"/>
              <a:t>Developers only need to learn one consistent set of tools to talk to any resource.</a:t>
            </a:r>
            <a:endParaRPr lang="en-IN" b="1" dirty="0"/>
          </a:p>
        </p:txBody>
      </p:sp>
    </p:spTree>
    <p:extLst>
      <p:ext uri="{BB962C8B-B14F-4D97-AF65-F5344CB8AC3E}">
        <p14:creationId xmlns:p14="http://schemas.microsoft.com/office/powerpoint/2010/main" val="23284849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21406-716C-C621-2A3D-6740D8BA5244}"/>
              </a:ext>
            </a:extLst>
          </p:cNvPr>
          <p:cNvSpPr>
            <a:spLocks noGrp="1"/>
          </p:cNvSpPr>
          <p:nvPr>
            <p:ph type="title"/>
          </p:nvPr>
        </p:nvSpPr>
        <p:spPr/>
        <p:txBody>
          <a:bodyPr/>
          <a:lstStyle/>
          <a:p>
            <a:pPr>
              <a:buClr>
                <a:schemeClr val="accent1"/>
              </a:buClr>
              <a:buSzPct val="100000"/>
            </a:pPr>
            <a:r>
              <a:rPr lang="en-IN" dirty="0"/>
              <a:t>Types of Files in Linux?</a:t>
            </a:r>
          </a:p>
        </p:txBody>
      </p:sp>
      <p:sp>
        <p:nvSpPr>
          <p:cNvPr id="3" name="Content Placeholder 2">
            <a:extLst>
              <a:ext uri="{FF2B5EF4-FFF2-40B4-BE49-F238E27FC236}">
                <a16:creationId xmlns:a16="http://schemas.microsoft.com/office/drawing/2014/main" id="{5DD1C575-A684-C588-DEBD-A5F548D4790D}"/>
              </a:ext>
            </a:extLst>
          </p:cNvPr>
          <p:cNvSpPr>
            <a:spLocks noGrp="1"/>
          </p:cNvSpPr>
          <p:nvPr>
            <p:ph idx="1"/>
          </p:nvPr>
        </p:nvSpPr>
        <p:spPr/>
        <p:txBody>
          <a:bodyPr/>
          <a:lstStyle/>
          <a:p>
            <a:pPr>
              <a:buFont typeface="Wingdings" panose="05000000000000000000" pitchFamily="2" charset="2"/>
              <a:buChar char="Ø"/>
            </a:pPr>
            <a:r>
              <a:rPr lang="en-IN" dirty="0"/>
              <a:t> In Linux, </a:t>
            </a:r>
            <a:r>
              <a:rPr lang="en-IN" b="1" dirty="0"/>
              <a:t>Everything is treated as File.</a:t>
            </a:r>
          </a:p>
          <a:p>
            <a:pPr marL="0" indent="0">
              <a:buNone/>
            </a:pPr>
            <a:r>
              <a:rPr lang="en-IN" dirty="0"/>
              <a:t>All files are divided into 3 types.</a:t>
            </a:r>
          </a:p>
          <a:p>
            <a:pPr marL="457200" indent="-457200">
              <a:buFont typeface="+mj-lt"/>
              <a:buAutoNum type="arabicPeriod"/>
            </a:pPr>
            <a:r>
              <a:rPr lang="en-IN" b="1" dirty="0"/>
              <a:t>Normal or Ordinary files: </a:t>
            </a:r>
            <a:r>
              <a:rPr lang="en-IN" dirty="0"/>
              <a:t>A normal file can be either text files like (abc.txt, cde.txt) OR binary files like (images, videos etc)</a:t>
            </a:r>
          </a:p>
          <a:p>
            <a:pPr marL="457200" indent="-457200">
              <a:buFont typeface="+mj-lt"/>
              <a:buAutoNum type="arabicPeriod"/>
            </a:pPr>
            <a:r>
              <a:rPr lang="en-IN" b="1" dirty="0"/>
              <a:t>Directory files: </a:t>
            </a:r>
            <a:r>
              <a:rPr lang="en-IN" dirty="0"/>
              <a:t>These files represent directories. : Windows uses the term </a:t>
            </a:r>
            <a:r>
              <a:rPr lang="en-IN" b="1" dirty="0"/>
              <a:t>folder</a:t>
            </a:r>
            <a:r>
              <a:rPr lang="en-IN" dirty="0"/>
              <a:t>, while Linux and Unix systems use the term </a:t>
            </a:r>
            <a:r>
              <a:rPr lang="en-IN" b="1" dirty="0"/>
              <a:t>directory</a:t>
            </a:r>
            <a:r>
              <a:rPr lang="en-IN" dirty="0"/>
              <a:t>, though both describe a container used to organize data.</a:t>
            </a:r>
          </a:p>
          <a:p>
            <a:pPr marL="457200" indent="-457200">
              <a:buFont typeface="+mj-lt"/>
              <a:buAutoNum type="arabicPeriod"/>
            </a:pPr>
            <a:r>
              <a:rPr lang="en-IN" b="1" dirty="0"/>
              <a:t>Device files: </a:t>
            </a:r>
            <a:r>
              <a:rPr lang="en-IN" dirty="0"/>
              <a:t>In Linux, </a:t>
            </a:r>
            <a:r>
              <a:rPr lang="en-US" dirty="0"/>
              <a:t>every device is represented as a file. By using this file we can communicate with that device.</a:t>
            </a:r>
            <a:endParaRPr lang="en-IN" dirty="0"/>
          </a:p>
          <a:p>
            <a:pPr marL="0" indent="0">
              <a:buNone/>
            </a:pPr>
            <a:endParaRPr lang="en-IN" dirty="0"/>
          </a:p>
        </p:txBody>
      </p:sp>
    </p:spTree>
    <p:extLst>
      <p:ext uri="{BB962C8B-B14F-4D97-AF65-F5344CB8AC3E}">
        <p14:creationId xmlns:p14="http://schemas.microsoft.com/office/powerpoint/2010/main" val="22678519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15984-5425-6B97-2909-5B5D6A26057F}"/>
              </a:ext>
            </a:extLst>
          </p:cNvPr>
          <p:cNvSpPr>
            <a:spLocks noGrp="1"/>
          </p:cNvSpPr>
          <p:nvPr>
            <p:ph type="title"/>
          </p:nvPr>
        </p:nvSpPr>
        <p:spPr/>
        <p:txBody>
          <a:bodyPr/>
          <a:lstStyle/>
          <a:p>
            <a:r>
              <a:rPr lang="en-IN" dirty="0"/>
              <a:t>How to check File Type</a:t>
            </a:r>
          </a:p>
        </p:txBody>
      </p:sp>
      <p:sp>
        <p:nvSpPr>
          <p:cNvPr id="3" name="Content Placeholder 2">
            <a:extLst>
              <a:ext uri="{FF2B5EF4-FFF2-40B4-BE49-F238E27FC236}">
                <a16:creationId xmlns:a16="http://schemas.microsoft.com/office/drawing/2014/main" id="{CDFE95BF-FBFC-7E14-9A3A-CD0F4651A30B}"/>
              </a:ext>
            </a:extLst>
          </p:cNvPr>
          <p:cNvSpPr>
            <a:spLocks noGrp="1"/>
          </p:cNvSpPr>
          <p:nvPr>
            <p:ph idx="1"/>
          </p:nvPr>
        </p:nvSpPr>
        <p:spPr/>
        <p:txBody>
          <a:bodyPr>
            <a:normAutofit fontScale="92500"/>
          </a:bodyPr>
          <a:lstStyle/>
          <a:p>
            <a:pPr>
              <a:buFont typeface="Wingdings" panose="05000000000000000000" pitchFamily="2" charset="2"/>
              <a:buChar char="Ø"/>
            </a:pPr>
            <a:r>
              <a:rPr lang="en-IN" dirty="0"/>
              <a:t> </a:t>
            </a:r>
            <a:r>
              <a:rPr lang="en-US" dirty="0"/>
              <a:t>In Ubuntu, blue color files represents directories and all remaining are considered as normal files. This color conventions are varied from flavor to flavor. It is not standard way to check file type.</a:t>
            </a:r>
          </a:p>
          <a:p>
            <a:pPr>
              <a:buFont typeface="Wingdings" panose="05000000000000000000" pitchFamily="2" charset="2"/>
              <a:buChar char="Ø"/>
            </a:pPr>
            <a:r>
              <a:rPr lang="en-US" dirty="0"/>
              <a:t> We have to use ‘ls –l’ command.</a:t>
            </a:r>
          </a:p>
          <a:p>
            <a:pPr>
              <a:buFont typeface="Wingdings" panose="05000000000000000000" pitchFamily="2" charset="2"/>
              <a:buChar char="Ø"/>
            </a:pPr>
            <a:r>
              <a:rPr lang="en-US" dirty="0"/>
              <a:t> The first character represents the type of file.</a:t>
            </a:r>
          </a:p>
          <a:p>
            <a:pPr lvl="1"/>
            <a:r>
              <a:rPr lang="en-US" b="1" dirty="0"/>
              <a:t>d</a:t>
            </a:r>
            <a:r>
              <a:rPr lang="en-US" dirty="0"/>
              <a:t> -&gt; Directory File</a:t>
            </a:r>
          </a:p>
          <a:p>
            <a:pPr lvl="1"/>
            <a:r>
              <a:rPr lang="en-US" b="1" dirty="0"/>
              <a:t>-</a:t>
            </a:r>
            <a:r>
              <a:rPr lang="en-US" dirty="0"/>
              <a:t> -&gt; Normal File</a:t>
            </a:r>
          </a:p>
          <a:p>
            <a:pPr lvl="1"/>
            <a:r>
              <a:rPr lang="en-US" b="1" dirty="0"/>
              <a:t>l </a:t>
            </a:r>
            <a:r>
              <a:rPr lang="en-US" dirty="0"/>
              <a:t>-&gt; Link File</a:t>
            </a:r>
          </a:p>
          <a:p>
            <a:pPr lvl="1"/>
            <a:r>
              <a:rPr lang="en-US" b="1" dirty="0"/>
              <a:t>c</a:t>
            </a:r>
            <a:r>
              <a:rPr lang="en-US" dirty="0"/>
              <a:t>-&gt; Character special File</a:t>
            </a:r>
          </a:p>
          <a:p>
            <a:pPr lvl="1"/>
            <a:r>
              <a:rPr lang="en-US" b="1" dirty="0"/>
              <a:t>b</a:t>
            </a:r>
            <a:r>
              <a:rPr lang="en-US" dirty="0"/>
              <a:t> -&gt; Block special File</a:t>
            </a:r>
          </a:p>
          <a:p>
            <a:pPr lvl="1"/>
            <a:r>
              <a:rPr lang="en-US" b="1" dirty="0"/>
              <a:t>s</a:t>
            </a:r>
            <a:r>
              <a:rPr lang="en-US" dirty="0"/>
              <a:t> -&gt; Socket File</a:t>
            </a:r>
            <a:endParaRPr lang="en-IN" dirty="0"/>
          </a:p>
          <a:p>
            <a:pPr>
              <a:buFont typeface="Wingdings" panose="05000000000000000000" pitchFamily="2" charset="2"/>
              <a:buChar char="Ø"/>
            </a:pPr>
            <a:endParaRPr lang="en-US" dirty="0"/>
          </a:p>
        </p:txBody>
      </p:sp>
    </p:spTree>
    <p:extLst>
      <p:ext uri="{BB962C8B-B14F-4D97-AF65-F5344CB8AC3E}">
        <p14:creationId xmlns:p14="http://schemas.microsoft.com/office/powerpoint/2010/main" val="33205779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DFECE-8EC2-7CD7-8CAA-8C7F0458F654}"/>
              </a:ext>
            </a:extLst>
          </p:cNvPr>
          <p:cNvSpPr>
            <a:spLocks noGrp="1"/>
          </p:cNvSpPr>
          <p:nvPr>
            <p:ph type="title"/>
          </p:nvPr>
        </p:nvSpPr>
        <p:spPr/>
        <p:txBody>
          <a:bodyPr>
            <a:normAutofit/>
          </a:bodyPr>
          <a:lstStyle/>
          <a:p>
            <a:r>
              <a:rPr lang="en-IN" sz="1800" u="sng" dirty="0">
                <a:latin typeface="+mn-lt"/>
                <a:ea typeface="+mn-ea"/>
                <a:cs typeface="+mn-cs"/>
              </a:rPr>
              <a:t>Note </a:t>
            </a:r>
            <a:r>
              <a:rPr lang="en-IN" sz="1800" dirty="0">
                <a:latin typeface="+mn-lt"/>
                <a:ea typeface="+mn-ea"/>
                <a:cs typeface="+mn-cs"/>
              </a:rPr>
              <a:t>: </a:t>
            </a:r>
            <a:r>
              <a:rPr lang="en-IN" sz="2000" dirty="0" err="1">
                <a:latin typeface="+mn-lt"/>
                <a:ea typeface="+mn-ea"/>
                <a:cs typeface="+mn-cs"/>
              </a:rPr>
              <a:t>c,b,s</a:t>
            </a:r>
            <a:r>
              <a:rPr lang="en-IN" sz="2000" dirty="0">
                <a:latin typeface="+mn-lt"/>
                <a:ea typeface="+mn-ea"/>
                <a:cs typeface="+mn-cs"/>
              </a:rPr>
              <a:t> are representing system files and mostly used by super user.</a:t>
            </a:r>
          </a:p>
        </p:txBody>
      </p:sp>
      <p:pic>
        <p:nvPicPr>
          <p:cNvPr id="5" name="Content Placeholder 4">
            <a:extLst>
              <a:ext uri="{FF2B5EF4-FFF2-40B4-BE49-F238E27FC236}">
                <a16:creationId xmlns:a16="http://schemas.microsoft.com/office/drawing/2014/main" id="{CF64E684-9C13-3CE7-6196-4F4955A9042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06588" y="2203285"/>
            <a:ext cx="10058400" cy="2646591"/>
          </a:xfrm>
          <a:prstGeom prst="rect">
            <a:avLst/>
          </a:prstGeom>
        </p:spPr>
      </p:pic>
    </p:spTree>
    <p:extLst>
      <p:ext uri="{BB962C8B-B14F-4D97-AF65-F5344CB8AC3E}">
        <p14:creationId xmlns:p14="http://schemas.microsoft.com/office/powerpoint/2010/main" val="15061913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55F7D-D15D-9ADE-6628-E3C61D8E7A8C}"/>
              </a:ext>
            </a:extLst>
          </p:cNvPr>
          <p:cNvSpPr>
            <a:spLocks noGrp="1"/>
          </p:cNvSpPr>
          <p:nvPr>
            <p:ph type="title"/>
          </p:nvPr>
        </p:nvSpPr>
        <p:spPr/>
        <p:txBody>
          <a:bodyPr/>
          <a:lstStyle/>
          <a:p>
            <a:r>
              <a:rPr lang="en-IN" dirty="0"/>
              <a:t>File System Navigation Commands</a:t>
            </a:r>
          </a:p>
        </p:txBody>
      </p:sp>
      <p:sp>
        <p:nvSpPr>
          <p:cNvPr id="3" name="Content Placeholder 2">
            <a:extLst>
              <a:ext uri="{FF2B5EF4-FFF2-40B4-BE49-F238E27FC236}">
                <a16:creationId xmlns:a16="http://schemas.microsoft.com/office/drawing/2014/main" id="{5F67D080-5EE7-F7CD-3BDF-57E9CD26485D}"/>
              </a:ext>
            </a:extLst>
          </p:cNvPr>
          <p:cNvSpPr>
            <a:spLocks noGrp="1"/>
          </p:cNvSpPr>
          <p:nvPr>
            <p:ph idx="1"/>
          </p:nvPr>
        </p:nvSpPr>
        <p:spPr/>
        <p:txBody>
          <a:bodyPr>
            <a:normAutofit/>
          </a:bodyPr>
          <a:lstStyle/>
          <a:p>
            <a:pPr>
              <a:buFont typeface="Wingdings" panose="05000000000000000000" pitchFamily="2" charset="2"/>
              <a:buChar char="§"/>
            </a:pPr>
            <a:r>
              <a:rPr lang="en-IN" dirty="0"/>
              <a:t> </a:t>
            </a:r>
            <a:r>
              <a:rPr lang="en-IN" b="1" dirty="0"/>
              <a:t>.</a:t>
            </a:r>
            <a:r>
              <a:rPr lang="en-IN" dirty="0"/>
              <a:t> : represents current directory</a:t>
            </a:r>
          </a:p>
          <a:p>
            <a:pPr>
              <a:buFont typeface="Wingdings" panose="05000000000000000000" pitchFamily="2" charset="2"/>
              <a:buChar char="§"/>
            </a:pPr>
            <a:r>
              <a:rPr lang="en-IN" dirty="0"/>
              <a:t> </a:t>
            </a:r>
            <a:r>
              <a:rPr lang="en-IN" b="1" dirty="0"/>
              <a:t>..</a:t>
            </a:r>
            <a:r>
              <a:rPr lang="en-IN" dirty="0"/>
              <a:t> : represents parent directory</a:t>
            </a:r>
          </a:p>
          <a:p>
            <a:pPr>
              <a:buFont typeface="Wingdings" panose="05000000000000000000" pitchFamily="2" charset="2"/>
              <a:buChar char="§"/>
            </a:pPr>
            <a:r>
              <a:rPr lang="en-IN" dirty="0"/>
              <a:t> </a:t>
            </a:r>
            <a:r>
              <a:rPr lang="en-IN" b="1" dirty="0"/>
              <a:t>$ cd . </a:t>
            </a:r>
            <a:r>
              <a:rPr lang="en-IN" dirty="0"/>
              <a:t>: changes to current directory (useless)</a:t>
            </a:r>
          </a:p>
          <a:p>
            <a:pPr>
              <a:buFont typeface="Wingdings" panose="05000000000000000000" pitchFamily="2" charset="2"/>
              <a:buChar char="§"/>
            </a:pPr>
            <a:r>
              <a:rPr lang="en-IN" dirty="0"/>
              <a:t> </a:t>
            </a:r>
            <a:r>
              <a:rPr lang="en-IN" b="1" dirty="0"/>
              <a:t>$ cd .. </a:t>
            </a:r>
            <a:r>
              <a:rPr lang="en-IN" dirty="0"/>
              <a:t>: changes to parent directory</a:t>
            </a:r>
          </a:p>
          <a:p>
            <a:pPr>
              <a:buFont typeface="Wingdings" panose="05000000000000000000" pitchFamily="2" charset="2"/>
              <a:buChar char="§"/>
            </a:pPr>
            <a:r>
              <a:rPr lang="en-IN" dirty="0"/>
              <a:t> </a:t>
            </a:r>
            <a:r>
              <a:rPr lang="en-IN" b="1" dirty="0"/>
              <a:t>$ cd </a:t>
            </a:r>
            <a:r>
              <a:rPr lang="en-IN" dirty="0"/>
              <a:t>: if we are not passing any argument, then changes to user home directory.</a:t>
            </a:r>
          </a:p>
          <a:p>
            <a:pPr>
              <a:buFont typeface="Wingdings" panose="05000000000000000000" pitchFamily="2" charset="2"/>
              <a:buChar char="§"/>
            </a:pPr>
            <a:r>
              <a:rPr lang="en-IN" dirty="0"/>
              <a:t> </a:t>
            </a:r>
            <a:r>
              <a:rPr lang="en-IN" b="1" dirty="0"/>
              <a:t>$ cd ~ </a:t>
            </a:r>
            <a:r>
              <a:rPr lang="en-IN" dirty="0"/>
              <a:t>: changes to user home directory</a:t>
            </a:r>
          </a:p>
          <a:p>
            <a:pPr>
              <a:buFont typeface="Wingdings" panose="05000000000000000000" pitchFamily="2" charset="2"/>
              <a:buChar char="§"/>
            </a:pPr>
            <a:r>
              <a:rPr lang="en-IN" dirty="0"/>
              <a:t> </a:t>
            </a:r>
            <a:r>
              <a:rPr lang="en-IN" b="1" dirty="0"/>
              <a:t>$ cd –</a:t>
            </a:r>
            <a:r>
              <a:rPr lang="en-IN" dirty="0"/>
              <a:t>: changes to previous working directory</a:t>
            </a:r>
          </a:p>
        </p:txBody>
      </p:sp>
    </p:spTree>
    <p:extLst>
      <p:ext uri="{BB962C8B-B14F-4D97-AF65-F5344CB8AC3E}">
        <p14:creationId xmlns:p14="http://schemas.microsoft.com/office/powerpoint/2010/main" val="2991910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351CA-0CF3-D752-5FD3-4CA6DA2990C5}"/>
              </a:ext>
            </a:extLst>
          </p:cNvPr>
          <p:cNvSpPr>
            <a:spLocks noGrp="1"/>
          </p:cNvSpPr>
          <p:nvPr>
            <p:ph type="title"/>
          </p:nvPr>
        </p:nvSpPr>
        <p:spPr/>
        <p:txBody>
          <a:bodyPr/>
          <a:lstStyle/>
          <a:p>
            <a:r>
              <a:rPr lang="en-IN" dirty="0"/>
              <a:t>Linux File System Hierarchy</a:t>
            </a:r>
          </a:p>
        </p:txBody>
      </p:sp>
      <p:graphicFrame>
        <p:nvGraphicFramePr>
          <p:cNvPr id="5" name="Content Placeholder 4">
            <a:extLst>
              <a:ext uri="{FF2B5EF4-FFF2-40B4-BE49-F238E27FC236}">
                <a16:creationId xmlns:a16="http://schemas.microsoft.com/office/drawing/2014/main" id="{D22F91CA-F365-15D1-D10F-1313330DCC2F}"/>
              </a:ext>
            </a:extLst>
          </p:cNvPr>
          <p:cNvGraphicFramePr>
            <a:graphicFrameLocks noGrp="1"/>
          </p:cNvGraphicFramePr>
          <p:nvPr>
            <p:ph idx="1"/>
            <p:extLst>
              <p:ext uri="{D42A27DB-BD31-4B8C-83A1-F6EECF244321}">
                <p14:modId xmlns:p14="http://schemas.microsoft.com/office/powerpoint/2010/main" val="2586448438"/>
              </p:ext>
            </p:extLst>
          </p:nvPr>
        </p:nvGraphicFramePr>
        <p:xfrm>
          <a:off x="1096963" y="2108200"/>
          <a:ext cx="10058399" cy="3865784"/>
        </p:xfrm>
        <a:graphic>
          <a:graphicData uri="http://schemas.openxmlformats.org/drawingml/2006/table">
            <a:tbl>
              <a:tblPr firstRow="1" bandRow="1">
                <a:tableStyleId>{5C22544A-7EE6-4342-B048-85BDC9FD1C3A}</a:tableStyleId>
              </a:tblPr>
              <a:tblGrid>
                <a:gridCol w="1049471">
                  <a:extLst>
                    <a:ext uri="{9D8B030D-6E8A-4147-A177-3AD203B41FA5}">
                      <a16:colId xmlns:a16="http://schemas.microsoft.com/office/drawing/2014/main" val="3946438303"/>
                    </a:ext>
                  </a:extLst>
                </a:gridCol>
                <a:gridCol w="2521819">
                  <a:extLst>
                    <a:ext uri="{9D8B030D-6E8A-4147-A177-3AD203B41FA5}">
                      <a16:colId xmlns:a16="http://schemas.microsoft.com/office/drawing/2014/main" val="3524512232"/>
                    </a:ext>
                  </a:extLst>
                </a:gridCol>
                <a:gridCol w="6487109">
                  <a:extLst>
                    <a:ext uri="{9D8B030D-6E8A-4147-A177-3AD203B41FA5}">
                      <a16:colId xmlns:a16="http://schemas.microsoft.com/office/drawing/2014/main" val="2038960123"/>
                    </a:ext>
                  </a:extLst>
                </a:gridCol>
              </a:tblGrid>
              <a:tr h="332525">
                <a:tc>
                  <a:txBody>
                    <a:bodyPr/>
                    <a:lstStyle/>
                    <a:p>
                      <a:r>
                        <a:rPr lang="en-IN" sz="1800" b="1" kern="1200" dirty="0">
                          <a:solidFill>
                            <a:schemeClr val="lt1"/>
                          </a:solidFill>
                          <a:latin typeface="+mn-lt"/>
                          <a:ea typeface="+mn-ea"/>
                          <a:cs typeface="+mn-cs"/>
                        </a:rPr>
                        <a:t>Directory</a:t>
                      </a:r>
                    </a:p>
                  </a:txBody>
                  <a:tcPr marL="81992" marR="81992" marT="40996" marB="40996"/>
                </a:tc>
                <a:tc>
                  <a:txBody>
                    <a:bodyPr/>
                    <a:lstStyle/>
                    <a:p>
                      <a:r>
                        <a:rPr lang="en-IN" sz="1800" b="1" kern="1200" dirty="0">
                          <a:solidFill>
                            <a:schemeClr val="lt1"/>
                          </a:solidFill>
                          <a:latin typeface="+mn-lt"/>
                          <a:ea typeface="+mn-ea"/>
                          <a:cs typeface="+mn-cs"/>
                        </a:rPr>
                        <a:t>Name</a:t>
                      </a:r>
                    </a:p>
                  </a:txBody>
                  <a:tcPr marL="81992" marR="81992" marT="40996" marB="40996"/>
                </a:tc>
                <a:tc>
                  <a:txBody>
                    <a:bodyPr/>
                    <a:lstStyle/>
                    <a:p>
                      <a:r>
                        <a:rPr lang="en-IN" sz="1800" b="1" kern="1200" dirty="0">
                          <a:solidFill>
                            <a:schemeClr val="lt1"/>
                          </a:solidFill>
                          <a:latin typeface="+mn-lt"/>
                          <a:ea typeface="+mn-ea"/>
                          <a:cs typeface="+mn-cs"/>
                        </a:rPr>
                        <a:t>Purpose</a:t>
                      </a:r>
                    </a:p>
                  </a:txBody>
                  <a:tcPr marL="81992" marR="81992" marT="40996" marB="40996"/>
                </a:tc>
                <a:extLst>
                  <a:ext uri="{0D108BD9-81ED-4DB2-BD59-A6C34878D82A}">
                    <a16:rowId xmlns:a16="http://schemas.microsoft.com/office/drawing/2014/main" val="1642083239"/>
                  </a:ext>
                </a:extLst>
              </a:tr>
              <a:tr h="332525">
                <a:tc>
                  <a:txBody>
                    <a:bodyPr/>
                    <a:lstStyle/>
                    <a:p>
                      <a:r>
                        <a:rPr lang="en-IN" sz="1800" kern="1200" dirty="0">
                          <a:solidFill>
                            <a:schemeClr val="dk1"/>
                          </a:solidFill>
                          <a:latin typeface="+mn-lt"/>
                          <a:ea typeface="+mn-ea"/>
                          <a:cs typeface="+mn-cs"/>
                        </a:rPr>
                        <a:t>/</a:t>
                      </a:r>
                    </a:p>
                  </a:txBody>
                  <a:tcPr marL="81992" marR="81992" marT="40996" marB="40996"/>
                </a:tc>
                <a:tc>
                  <a:txBody>
                    <a:bodyPr/>
                    <a:lstStyle/>
                    <a:p>
                      <a:r>
                        <a:rPr lang="en-IN" sz="1800" kern="1200" dirty="0">
                          <a:solidFill>
                            <a:schemeClr val="dk1"/>
                          </a:solidFill>
                          <a:latin typeface="+mn-lt"/>
                          <a:ea typeface="+mn-ea"/>
                          <a:cs typeface="+mn-cs"/>
                        </a:rPr>
                        <a:t>Root</a:t>
                      </a:r>
                    </a:p>
                  </a:txBody>
                  <a:tcPr marL="81992" marR="81992" marT="40996" marB="40996"/>
                </a:tc>
                <a:tc>
                  <a:txBody>
                    <a:bodyPr/>
                    <a:lstStyle/>
                    <a:p>
                      <a:r>
                        <a:rPr lang="en-IN" sz="1800" kern="1200" dirty="0">
                          <a:solidFill>
                            <a:schemeClr val="dk1"/>
                          </a:solidFill>
                          <a:latin typeface="+mn-lt"/>
                          <a:ea typeface="+mn-ea"/>
                          <a:cs typeface="+mn-cs"/>
                        </a:rPr>
                        <a:t>The absolute base of the file system tree.</a:t>
                      </a:r>
                    </a:p>
                  </a:txBody>
                  <a:tcPr marL="81992" marR="81992" marT="40996" marB="40996"/>
                </a:tc>
                <a:extLst>
                  <a:ext uri="{0D108BD9-81ED-4DB2-BD59-A6C34878D82A}">
                    <a16:rowId xmlns:a16="http://schemas.microsoft.com/office/drawing/2014/main" val="3572548645"/>
                  </a:ext>
                </a:extLst>
              </a:tr>
              <a:tr h="573948">
                <a:tc>
                  <a:txBody>
                    <a:bodyPr/>
                    <a:lstStyle/>
                    <a:p>
                      <a:r>
                        <a:rPr lang="en-IN" sz="1800" kern="1200" dirty="0">
                          <a:solidFill>
                            <a:schemeClr val="dk1"/>
                          </a:solidFill>
                          <a:latin typeface="+mn-lt"/>
                          <a:ea typeface="+mn-ea"/>
                          <a:cs typeface="+mn-cs"/>
                        </a:rPr>
                        <a:t>/bin</a:t>
                      </a:r>
                    </a:p>
                  </a:txBody>
                  <a:tcPr marL="81992" marR="81992" marT="40996" marB="40996"/>
                </a:tc>
                <a:tc>
                  <a:txBody>
                    <a:bodyPr/>
                    <a:lstStyle/>
                    <a:p>
                      <a:r>
                        <a:rPr lang="en-IN" sz="1800" kern="1200" dirty="0">
                          <a:solidFill>
                            <a:schemeClr val="dk1"/>
                          </a:solidFill>
                          <a:latin typeface="+mn-lt"/>
                          <a:ea typeface="+mn-ea"/>
                          <a:cs typeface="+mn-cs"/>
                        </a:rPr>
                        <a:t>User Binaries</a:t>
                      </a:r>
                    </a:p>
                  </a:txBody>
                  <a:tcPr marL="81992" marR="81992" marT="40996" marB="40996"/>
                </a:tc>
                <a:tc>
                  <a:txBody>
                    <a:bodyPr/>
                    <a:lstStyle/>
                    <a:p>
                      <a:r>
                        <a:rPr lang="en-IN" sz="1800" kern="1200" dirty="0">
                          <a:solidFill>
                            <a:schemeClr val="dk1"/>
                          </a:solidFill>
                          <a:latin typeface="+mn-lt"/>
                          <a:ea typeface="+mn-ea"/>
                          <a:cs typeface="+mn-cs"/>
                        </a:rPr>
                        <a:t>Contains essential command-line binaries (utilities) needed by all users (e.g., ls, cp, mv, rm)</a:t>
                      </a:r>
                    </a:p>
                  </a:txBody>
                  <a:tcPr marL="81992" marR="81992" marT="40996" marB="40996"/>
                </a:tc>
                <a:extLst>
                  <a:ext uri="{0D108BD9-81ED-4DB2-BD59-A6C34878D82A}">
                    <a16:rowId xmlns:a16="http://schemas.microsoft.com/office/drawing/2014/main" val="4039877410"/>
                  </a:ext>
                </a:extLst>
              </a:tr>
              <a:tr h="819926">
                <a:tc>
                  <a:txBody>
                    <a:bodyPr/>
                    <a:lstStyle/>
                    <a:p>
                      <a:r>
                        <a:rPr lang="en-IN" sz="1800" kern="1200" dirty="0">
                          <a:solidFill>
                            <a:schemeClr val="dk1"/>
                          </a:solidFill>
                          <a:latin typeface="+mn-lt"/>
                          <a:ea typeface="+mn-ea"/>
                          <a:cs typeface="+mn-cs"/>
                        </a:rPr>
                        <a:t>/</a:t>
                      </a:r>
                      <a:r>
                        <a:rPr lang="en-IN" sz="1800" kern="1200" dirty="0" err="1">
                          <a:solidFill>
                            <a:schemeClr val="dk1"/>
                          </a:solidFill>
                          <a:latin typeface="+mn-lt"/>
                          <a:ea typeface="+mn-ea"/>
                          <a:cs typeface="+mn-cs"/>
                        </a:rPr>
                        <a:t>sbin</a:t>
                      </a:r>
                      <a:endParaRPr lang="en-IN" sz="1800" kern="1200" dirty="0">
                        <a:solidFill>
                          <a:schemeClr val="dk1"/>
                        </a:solidFill>
                        <a:latin typeface="+mn-lt"/>
                        <a:ea typeface="+mn-ea"/>
                        <a:cs typeface="+mn-cs"/>
                      </a:endParaRPr>
                    </a:p>
                  </a:txBody>
                  <a:tcPr marL="81992" marR="81992" marT="40996" marB="40996"/>
                </a:tc>
                <a:tc>
                  <a:txBody>
                    <a:bodyPr/>
                    <a:lstStyle/>
                    <a:p>
                      <a:r>
                        <a:rPr lang="en-IN" sz="1800" kern="1200" dirty="0">
                          <a:solidFill>
                            <a:schemeClr val="dk1"/>
                          </a:solidFill>
                          <a:latin typeface="+mn-lt"/>
                          <a:ea typeface="+mn-ea"/>
                          <a:cs typeface="+mn-cs"/>
                        </a:rPr>
                        <a:t>System Binaries</a:t>
                      </a:r>
                    </a:p>
                  </a:txBody>
                  <a:tcPr marL="81992" marR="81992" marT="40996" marB="40996"/>
                </a:tc>
                <a:tc>
                  <a:txBody>
                    <a:bodyPr/>
                    <a:lstStyle/>
                    <a:p>
                      <a:r>
                        <a:rPr lang="en-US" sz="1800" kern="1200" dirty="0">
                          <a:solidFill>
                            <a:schemeClr val="dk1"/>
                          </a:solidFill>
                          <a:latin typeface="+mn-lt"/>
                          <a:ea typeface="+mn-ea"/>
                          <a:cs typeface="+mn-cs"/>
                        </a:rPr>
                        <a:t>Contains crucial executable files used primarily by the system administrator (root) for system maintenance, booting, and administrative tasks.</a:t>
                      </a:r>
                      <a:endParaRPr lang="en-IN" sz="1800" kern="1200" dirty="0">
                        <a:solidFill>
                          <a:schemeClr val="dk1"/>
                        </a:solidFill>
                        <a:latin typeface="+mn-lt"/>
                        <a:ea typeface="+mn-ea"/>
                        <a:cs typeface="+mn-cs"/>
                      </a:endParaRPr>
                    </a:p>
                  </a:txBody>
                  <a:tcPr marL="81992" marR="81992" marT="40996" marB="40996"/>
                </a:tc>
                <a:extLst>
                  <a:ext uri="{0D108BD9-81ED-4DB2-BD59-A6C34878D82A}">
                    <a16:rowId xmlns:a16="http://schemas.microsoft.com/office/drawing/2014/main" val="1429899266"/>
                  </a:ext>
                </a:extLst>
              </a:tr>
              <a:tr h="332525">
                <a:tc>
                  <a:txBody>
                    <a:bodyPr/>
                    <a:lstStyle/>
                    <a:p>
                      <a:r>
                        <a:rPr lang="en-IN" sz="1800" kern="1200" dirty="0">
                          <a:solidFill>
                            <a:schemeClr val="dk1"/>
                          </a:solidFill>
                          <a:latin typeface="+mn-lt"/>
                          <a:ea typeface="+mn-ea"/>
                          <a:cs typeface="+mn-cs"/>
                        </a:rPr>
                        <a:t>/boot</a:t>
                      </a:r>
                    </a:p>
                  </a:txBody>
                  <a:tcPr marL="81992" marR="81992" marT="40996" marB="40996"/>
                </a:tc>
                <a:tc>
                  <a:txBody>
                    <a:bodyPr/>
                    <a:lstStyle/>
                    <a:p>
                      <a:r>
                        <a:rPr lang="en-IN" sz="1800" kern="1200" dirty="0">
                          <a:solidFill>
                            <a:schemeClr val="dk1"/>
                          </a:solidFill>
                          <a:latin typeface="+mn-lt"/>
                          <a:ea typeface="+mn-ea"/>
                          <a:cs typeface="+mn-cs"/>
                        </a:rPr>
                        <a:t>Boot Loader</a:t>
                      </a:r>
                    </a:p>
                  </a:txBody>
                  <a:tcPr marL="81992" marR="81992" marT="40996" marB="40996"/>
                </a:tc>
                <a:tc>
                  <a:txBody>
                    <a:bodyPr/>
                    <a:lstStyle/>
                    <a:p>
                      <a:r>
                        <a:rPr lang="en-IN" sz="1800" kern="1200" dirty="0">
                          <a:solidFill>
                            <a:schemeClr val="dk1"/>
                          </a:solidFill>
                          <a:latin typeface="+mn-lt"/>
                          <a:ea typeface="+mn-ea"/>
                          <a:cs typeface="+mn-cs"/>
                        </a:rPr>
                        <a:t>Stores static files required to boot the system.</a:t>
                      </a:r>
                    </a:p>
                  </a:txBody>
                  <a:tcPr marL="81992" marR="81992" marT="40996" marB="40996"/>
                </a:tc>
                <a:extLst>
                  <a:ext uri="{0D108BD9-81ED-4DB2-BD59-A6C34878D82A}">
                    <a16:rowId xmlns:a16="http://schemas.microsoft.com/office/drawing/2014/main" val="3987043445"/>
                  </a:ext>
                </a:extLst>
              </a:tr>
              <a:tr h="573948">
                <a:tc>
                  <a:txBody>
                    <a:bodyPr/>
                    <a:lstStyle/>
                    <a:p>
                      <a:r>
                        <a:rPr lang="en-IN" sz="1800" kern="1200" dirty="0">
                          <a:solidFill>
                            <a:schemeClr val="dk1"/>
                          </a:solidFill>
                          <a:latin typeface="+mn-lt"/>
                          <a:ea typeface="+mn-ea"/>
                          <a:cs typeface="+mn-cs"/>
                        </a:rPr>
                        <a:t>/dev</a:t>
                      </a:r>
                    </a:p>
                  </a:txBody>
                  <a:tcPr marL="81992" marR="81992" marT="40996" marB="40996"/>
                </a:tc>
                <a:tc>
                  <a:txBody>
                    <a:bodyPr/>
                    <a:lstStyle/>
                    <a:p>
                      <a:r>
                        <a:rPr lang="en-IN" sz="1800" kern="1200" dirty="0">
                          <a:solidFill>
                            <a:schemeClr val="dk1"/>
                          </a:solidFill>
                          <a:latin typeface="+mn-lt"/>
                          <a:ea typeface="+mn-ea"/>
                          <a:cs typeface="+mn-cs"/>
                        </a:rPr>
                        <a:t>Devices</a:t>
                      </a:r>
                    </a:p>
                  </a:txBody>
                  <a:tcPr marL="81992" marR="81992" marT="40996" marB="40996"/>
                </a:tc>
                <a:tc>
                  <a:txBody>
                    <a:bodyPr/>
                    <a:lstStyle/>
                    <a:p>
                      <a:r>
                        <a:rPr lang="en-IN" sz="1800" kern="1200" dirty="0">
                          <a:solidFill>
                            <a:schemeClr val="dk1"/>
                          </a:solidFill>
                          <a:latin typeface="+mn-lt"/>
                          <a:ea typeface="+mn-ea"/>
                          <a:cs typeface="+mn-cs"/>
                        </a:rPr>
                        <a:t>Contains device nodes that represent system hardware (e.g., /dev/</a:t>
                      </a:r>
                      <a:r>
                        <a:rPr lang="en-IN" sz="1800" kern="1200" dirty="0" err="1">
                          <a:solidFill>
                            <a:schemeClr val="dk1"/>
                          </a:solidFill>
                          <a:latin typeface="+mn-lt"/>
                          <a:ea typeface="+mn-ea"/>
                          <a:cs typeface="+mn-cs"/>
                        </a:rPr>
                        <a:t>sda</a:t>
                      </a:r>
                      <a:r>
                        <a:rPr lang="en-IN" sz="1800" kern="1200" dirty="0">
                          <a:solidFill>
                            <a:schemeClr val="dk1"/>
                          </a:solidFill>
                          <a:latin typeface="+mn-lt"/>
                          <a:ea typeface="+mn-ea"/>
                          <a:cs typeface="+mn-cs"/>
                        </a:rPr>
                        <a:t> for a hard drive, /dev/null as a data sink)</a:t>
                      </a:r>
                    </a:p>
                  </a:txBody>
                  <a:tcPr marL="81992" marR="81992" marT="40996" marB="40996"/>
                </a:tc>
                <a:extLst>
                  <a:ext uri="{0D108BD9-81ED-4DB2-BD59-A6C34878D82A}">
                    <a16:rowId xmlns:a16="http://schemas.microsoft.com/office/drawing/2014/main" val="245454455"/>
                  </a:ext>
                </a:extLst>
              </a:tr>
              <a:tr h="332525">
                <a:tc>
                  <a:txBody>
                    <a:bodyPr/>
                    <a:lstStyle/>
                    <a:p>
                      <a:r>
                        <a:rPr lang="en-IN" sz="1800" kern="1200" dirty="0">
                          <a:solidFill>
                            <a:schemeClr val="dk1"/>
                          </a:solidFill>
                          <a:latin typeface="+mn-lt"/>
                          <a:ea typeface="+mn-ea"/>
                          <a:cs typeface="+mn-cs"/>
                        </a:rPr>
                        <a:t>/etc</a:t>
                      </a:r>
                    </a:p>
                  </a:txBody>
                  <a:tcPr marL="81992" marR="81992" marT="40996" marB="40996"/>
                </a:tc>
                <a:tc>
                  <a:txBody>
                    <a:bodyPr/>
                    <a:lstStyle/>
                    <a:p>
                      <a:r>
                        <a:rPr lang="en-IN" sz="1800" kern="1200" dirty="0">
                          <a:solidFill>
                            <a:schemeClr val="dk1"/>
                          </a:solidFill>
                          <a:latin typeface="+mn-lt"/>
                          <a:ea typeface="+mn-ea"/>
                          <a:cs typeface="+mn-cs"/>
                        </a:rPr>
                        <a:t>Editable Text Configuration</a:t>
                      </a:r>
                    </a:p>
                  </a:txBody>
                  <a:tcPr marL="81992" marR="81992" marT="40996" marB="40996"/>
                </a:tc>
                <a:tc>
                  <a:txBody>
                    <a:bodyPr/>
                    <a:lstStyle/>
                    <a:p>
                      <a:r>
                        <a:rPr lang="en-US" sz="1800" kern="1200" dirty="0">
                          <a:solidFill>
                            <a:schemeClr val="dk1"/>
                          </a:solidFill>
                          <a:latin typeface="+mn-lt"/>
                          <a:ea typeface="+mn-ea"/>
                          <a:cs typeface="+mn-cs"/>
                        </a:rPr>
                        <a:t>The hub for host-specific, system-wide configuration files.</a:t>
                      </a:r>
                      <a:endParaRPr lang="en-IN" sz="1800" kern="1200" dirty="0">
                        <a:solidFill>
                          <a:schemeClr val="dk1"/>
                        </a:solidFill>
                        <a:latin typeface="+mn-lt"/>
                        <a:ea typeface="+mn-ea"/>
                        <a:cs typeface="+mn-cs"/>
                      </a:endParaRPr>
                    </a:p>
                  </a:txBody>
                  <a:tcPr marL="81992" marR="81992" marT="40996" marB="40996"/>
                </a:tc>
                <a:extLst>
                  <a:ext uri="{0D108BD9-81ED-4DB2-BD59-A6C34878D82A}">
                    <a16:rowId xmlns:a16="http://schemas.microsoft.com/office/drawing/2014/main" val="3944056354"/>
                  </a:ext>
                </a:extLst>
              </a:tr>
            </a:tbl>
          </a:graphicData>
        </a:graphic>
      </p:graphicFrame>
    </p:spTree>
    <p:extLst>
      <p:ext uri="{BB962C8B-B14F-4D97-AF65-F5344CB8AC3E}">
        <p14:creationId xmlns:p14="http://schemas.microsoft.com/office/powerpoint/2010/main" val="37775010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6818EDE7-177D-2DEA-7DD9-6D818087F8E3}"/>
              </a:ext>
            </a:extLst>
          </p:cNvPr>
          <p:cNvSpPr>
            <a:spLocks noGrp="1"/>
          </p:cNvSpPr>
          <p:nvPr>
            <p:ph type="title"/>
          </p:nvPr>
        </p:nvSpPr>
        <p:spPr/>
        <p:txBody>
          <a:bodyPr/>
          <a:lstStyle/>
          <a:p>
            <a:endParaRPr lang="en-IN" dirty="0"/>
          </a:p>
        </p:txBody>
      </p:sp>
      <p:graphicFrame>
        <p:nvGraphicFramePr>
          <p:cNvPr id="16" name="Content Placeholder 15">
            <a:extLst>
              <a:ext uri="{FF2B5EF4-FFF2-40B4-BE49-F238E27FC236}">
                <a16:creationId xmlns:a16="http://schemas.microsoft.com/office/drawing/2014/main" id="{88602FFB-FEBE-668C-C841-419C04E8786D}"/>
              </a:ext>
            </a:extLst>
          </p:cNvPr>
          <p:cNvGraphicFramePr>
            <a:graphicFrameLocks noGrp="1"/>
          </p:cNvGraphicFramePr>
          <p:nvPr>
            <p:ph idx="1"/>
            <p:extLst>
              <p:ext uri="{D42A27DB-BD31-4B8C-83A1-F6EECF244321}">
                <p14:modId xmlns:p14="http://schemas.microsoft.com/office/powerpoint/2010/main" val="926531415"/>
              </p:ext>
            </p:extLst>
          </p:nvPr>
        </p:nvGraphicFramePr>
        <p:xfrm>
          <a:off x="1036321" y="211756"/>
          <a:ext cx="10196362" cy="5919308"/>
        </p:xfrm>
        <a:graphic>
          <a:graphicData uri="http://schemas.openxmlformats.org/drawingml/2006/table">
            <a:tbl>
              <a:tblPr firstRow="1" bandRow="1">
                <a:tableStyleId>{5C22544A-7EE6-4342-B048-85BDC9FD1C3A}</a:tableStyleId>
              </a:tblPr>
              <a:tblGrid>
                <a:gridCol w="1264117">
                  <a:extLst>
                    <a:ext uri="{9D8B030D-6E8A-4147-A177-3AD203B41FA5}">
                      <a16:colId xmlns:a16="http://schemas.microsoft.com/office/drawing/2014/main" val="3657751631"/>
                    </a:ext>
                  </a:extLst>
                </a:gridCol>
                <a:gridCol w="2435191">
                  <a:extLst>
                    <a:ext uri="{9D8B030D-6E8A-4147-A177-3AD203B41FA5}">
                      <a16:colId xmlns:a16="http://schemas.microsoft.com/office/drawing/2014/main" val="2277415536"/>
                    </a:ext>
                  </a:extLst>
                </a:gridCol>
                <a:gridCol w="6497054">
                  <a:extLst>
                    <a:ext uri="{9D8B030D-6E8A-4147-A177-3AD203B41FA5}">
                      <a16:colId xmlns:a16="http://schemas.microsoft.com/office/drawing/2014/main" val="2306163822"/>
                    </a:ext>
                  </a:extLst>
                </a:gridCol>
              </a:tblGrid>
              <a:tr h="543244">
                <a:tc>
                  <a:txBody>
                    <a:bodyPr/>
                    <a:lstStyle/>
                    <a:p>
                      <a:r>
                        <a:rPr lang="en-IN" dirty="0"/>
                        <a:t>Directory</a:t>
                      </a:r>
                    </a:p>
                  </a:txBody>
                  <a:tcPr/>
                </a:tc>
                <a:tc>
                  <a:txBody>
                    <a:bodyPr/>
                    <a:lstStyle/>
                    <a:p>
                      <a:r>
                        <a:rPr lang="en-IN" dirty="0"/>
                        <a:t>Name</a:t>
                      </a:r>
                    </a:p>
                  </a:txBody>
                  <a:tcPr/>
                </a:tc>
                <a:tc>
                  <a:txBody>
                    <a:bodyPr/>
                    <a:lstStyle/>
                    <a:p>
                      <a:r>
                        <a:rPr lang="en-IN" dirty="0"/>
                        <a:t>Purpose</a:t>
                      </a:r>
                    </a:p>
                  </a:txBody>
                  <a:tcPr/>
                </a:tc>
                <a:extLst>
                  <a:ext uri="{0D108BD9-81ED-4DB2-BD59-A6C34878D82A}">
                    <a16:rowId xmlns:a16="http://schemas.microsoft.com/office/drawing/2014/main" val="2849474141"/>
                  </a:ext>
                </a:extLst>
              </a:tr>
              <a:tr h="543244">
                <a:tc>
                  <a:txBody>
                    <a:bodyPr/>
                    <a:lstStyle/>
                    <a:p>
                      <a:r>
                        <a:rPr lang="en-IN" sz="1800" kern="1200" dirty="0">
                          <a:solidFill>
                            <a:schemeClr val="dk1"/>
                          </a:solidFill>
                          <a:latin typeface="+mn-lt"/>
                          <a:ea typeface="+mn-ea"/>
                          <a:cs typeface="+mn-cs"/>
                        </a:rPr>
                        <a:t>/home</a:t>
                      </a:r>
                    </a:p>
                  </a:txBody>
                  <a:tcPr marL="81992" marR="81992" marT="40996" marB="40996"/>
                </a:tc>
                <a:tc>
                  <a:txBody>
                    <a:bodyPr/>
                    <a:lstStyle/>
                    <a:p>
                      <a:r>
                        <a:rPr lang="en-IN" sz="1800" kern="1200" dirty="0">
                          <a:solidFill>
                            <a:schemeClr val="dk1"/>
                          </a:solidFill>
                          <a:latin typeface="+mn-lt"/>
                          <a:ea typeface="+mn-ea"/>
                          <a:cs typeface="+mn-cs"/>
                        </a:rPr>
                        <a:t>Home Directories</a:t>
                      </a:r>
                    </a:p>
                  </a:txBody>
                  <a:tcPr marL="81992" marR="81992" marT="40996" marB="40996"/>
                </a:tc>
                <a:tc>
                  <a:txBody>
                    <a:bodyPr/>
                    <a:lstStyle/>
                    <a:p>
                      <a:r>
                        <a:rPr lang="en-US" sz="1800" kern="1200" dirty="0">
                          <a:solidFill>
                            <a:schemeClr val="dk1"/>
                          </a:solidFill>
                          <a:latin typeface="+mn-lt"/>
                          <a:ea typeface="+mn-ea"/>
                          <a:cs typeface="+mn-cs"/>
                        </a:rPr>
                        <a:t>Provides personal storage space for individual, non-root users (e.g., /home/username)</a:t>
                      </a:r>
                      <a:endParaRPr lang="en-IN" sz="1800" kern="1200" dirty="0">
                        <a:solidFill>
                          <a:schemeClr val="dk1"/>
                        </a:solidFill>
                        <a:latin typeface="+mn-lt"/>
                        <a:ea typeface="+mn-ea"/>
                        <a:cs typeface="+mn-cs"/>
                      </a:endParaRPr>
                    </a:p>
                  </a:txBody>
                  <a:tcPr marL="81992" marR="81992" marT="40996" marB="40996"/>
                </a:tc>
                <a:extLst>
                  <a:ext uri="{0D108BD9-81ED-4DB2-BD59-A6C34878D82A}">
                    <a16:rowId xmlns:a16="http://schemas.microsoft.com/office/drawing/2014/main" val="997865759"/>
                  </a:ext>
                </a:extLst>
              </a:tr>
              <a:tr h="543244">
                <a:tc>
                  <a:txBody>
                    <a:bodyPr/>
                    <a:lstStyle/>
                    <a:p>
                      <a:r>
                        <a:rPr lang="en-IN" sz="1800" kern="1200" dirty="0">
                          <a:solidFill>
                            <a:schemeClr val="dk1"/>
                          </a:solidFill>
                          <a:latin typeface="+mn-lt"/>
                          <a:ea typeface="+mn-ea"/>
                          <a:cs typeface="+mn-cs"/>
                        </a:rPr>
                        <a:t>/root</a:t>
                      </a:r>
                    </a:p>
                  </a:txBody>
                  <a:tcPr marL="81992" marR="81992" marT="40996" marB="40996"/>
                </a:tc>
                <a:tc>
                  <a:txBody>
                    <a:bodyPr/>
                    <a:lstStyle/>
                    <a:p>
                      <a:r>
                        <a:rPr lang="en-IN" sz="1800" kern="1200" dirty="0">
                          <a:solidFill>
                            <a:schemeClr val="dk1"/>
                          </a:solidFill>
                          <a:latin typeface="+mn-lt"/>
                          <a:ea typeface="+mn-ea"/>
                          <a:cs typeface="+mn-cs"/>
                        </a:rPr>
                        <a:t>Root Home</a:t>
                      </a:r>
                    </a:p>
                  </a:txBody>
                  <a:tcPr marL="81992" marR="81992" marT="40996" marB="40996"/>
                </a:tc>
                <a:tc>
                  <a:txBody>
                    <a:bodyPr/>
                    <a:lstStyle/>
                    <a:p>
                      <a:r>
                        <a:rPr lang="en-US" sz="1800" kern="1200" dirty="0">
                          <a:solidFill>
                            <a:schemeClr val="dk1"/>
                          </a:solidFill>
                          <a:latin typeface="+mn-lt"/>
                          <a:ea typeface="+mn-ea"/>
                          <a:cs typeface="+mn-cs"/>
                        </a:rPr>
                        <a:t>The dedicated personal home directory explicitly reserved for the administrative superuser (root).</a:t>
                      </a:r>
                      <a:endParaRPr lang="en-IN" sz="1800" kern="1200" dirty="0">
                        <a:solidFill>
                          <a:schemeClr val="dk1"/>
                        </a:solidFill>
                        <a:latin typeface="+mn-lt"/>
                        <a:ea typeface="+mn-ea"/>
                        <a:cs typeface="+mn-cs"/>
                      </a:endParaRPr>
                    </a:p>
                  </a:txBody>
                  <a:tcPr marL="81992" marR="81992" marT="40996" marB="40996"/>
                </a:tc>
                <a:extLst>
                  <a:ext uri="{0D108BD9-81ED-4DB2-BD59-A6C34878D82A}">
                    <a16:rowId xmlns:a16="http://schemas.microsoft.com/office/drawing/2014/main" val="2264142006"/>
                  </a:ext>
                </a:extLst>
              </a:tr>
              <a:tr h="543244">
                <a:tc>
                  <a:txBody>
                    <a:bodyPr/>
                    <a:lstStyle/>
                    <a:p>
                      <a:r>
                        <a:rPr lang="en-IN" dirty="0"/>
                        <a:t>/lib</a:t>
                      </a:r>
                    </a:p>
                  </a:txBody>
                  <a:tcPr/>
                </a:tc>
                <a:tc>
                  <a:txBody>
                    <a:bodyPr/>
                    <a:lstStyle/>
                    <a:p>
                      <a:r>
                        <a:rPr lang="en-IN" dirty="0"/>
                        <a:t>System Libraries</a:t>
                      </a:r>
                    </a:p>
                  </a:txBody>
                  <a:tcPr/>
                </a:tc>
                <a:tc>
                  <a:txBody>
                    <a:bodyPr/>
                    <a:lstStyle/>
                    <a:p>
                      <a:r>
                        <a:rPr lang="en-IN" dirty="0"/>
                        <a:t>Contains the essential shared libraries and kernel modules that the operating system needs to boot up and run basic commands.</a:t>
                      </a:r>
                    </a:p>
                  </a:txBody>
                  <a:tcPr/>
                </a:tc>
                <a:extLst>
                  <a:ext uri="{0D108BD9-81ED-4DB2-BD59-A6C34878D82A}">
                    <a16:rowId xmlns:a16="http://schemas.microsoft.com/office/drawing/2014/main" val="3460204380"/>
                  </a:ext>
                </a:extLst>
              </a:tr>
              <a:tr h="543244">
                <a:tc>
                  <a:txBody>
                    <a:bodyPr/>
                    <a:lstStyle/>
                    <a:p>
                      <a:r>
                        <a:rPr lang="en-IN" dirty="0"/>
                        <a:t>/media</a:t>
                      </a:r>
                    </a:p>
                  </a:txBody>
                  <a:tcPr/>
                </a:tc>
                <a:tc>
                  <a:txBody>
                    <a:bodyPr/>
                    <a:lstStyle/>
                    <a:p>
                      <a:r>
                        <a:rPr lang="en-IN" dirty="0"/>
                        <a:t>Removable Media</a:t>
                      </a:r>
                    </a:p>
                  </a:txBody>
                  <a:tcPr/>
                </a:tc>
                <a:tc>
                  <a:txBody>
                    <a:bodyPr/>
                    <a:lstStyle/>
                    <a:p>
                      <a:r>
                        <a:rPr lang="en-US" dirty="0"/>
                        <a:t>Serving as an automatic </a:t>
                      </a:r>
                      <a:r>
                        <a:rPr lang="en-US" b="1" dirty="0"/>
                        <a:t>mount point </a:t>
                      </a:r>
                      <a:r>
                        <a:rPr lang="en-US" dirty="0"/>
                        <a:t>for removable devices like USB drives, external hard disks, or CD-ROMs.</a:t>
                      </a:r>
                      <a:endParaRPr lang="en-IN" dirty="0"/>
                    </a:p>
                  </a:txBody>
                  <a:tcPr/>
                </a:tc>
                <a:extLst>
                  <a:ext uri="{0D108BD9-81ED-4DB2-BD59-A6C34878D82A}">
                    <a16:rowId xmlns:a16="http://schemas.microsoft.com/office/drawing/2014/main" val="4029476261"/>
                  </a:ext>
                </a:extLst>
              </a:tr>
              <a:tr h="543244">
                <a:tc>
                  <a:txBody>
                    <a:bodyPr/>
                    <a:lstStyle/>
                    <a:p>
                      <a:r>
                        <a:rPr lang="en-IN" dirty="0"/>
                        <a:t>/</a:t>
                      </a:r>
                      <a:r>
                        <a:rPr lang="en-IN" dirty="0" err="1"/>
                        <a:t>mnt</a:t>
                      </a:r>
                      <a:endParaRPr lang="en-IN" dirty="0"/>
                    </a:p>
                  </a:txBody>
                  <a:tcPr/>
                </a:tc>
                <a:tc>
                  <a:txBody>
                    <a:bodyPr/>
                    <a:lstStyle/>
                    <a:p>
                      <a:r>
                        <a:rPr lang="en-IN" dirty="0"/>
                        <a:t>Mount</a:t>
                      </a:r>
                    </a:p>
                  </a:txBody>
                  <a:tcPr/>
                </a:tc>
                <a:tc>
                  <a:txBody>
                    <a:bodyPr/>
                    <a:lstStyle/>
                    <a:p>
                      <a:r>
                        <a:rPr lang="en-US" dirty="0"/>
                        <a:t>A location reserved for system administrators to </a:t>
                      </a:r>
                      <a:r>
                        <a:rPr lang="en-US" b="1" dirty="0"/>
                        <a:t>manually mount </a:t>
                      </a:r>
                      <a:r>
                        <a:rPr lang="en-US" dirty="0"/>
                        <a:t>temporary filesystems or network shares.</a:t>
                      </a:r>
                      <a:endParaRPr lang="en-IN" dirty="0"/>
                    </a:p>
                  </a:txBody>
                  <a:tcPr/>
                </a:tc>
                <a:extLst>
                  <a:ext uri="{0D108BD9-81ED-4DB2-BD59-A6C34878D82A}">
                    <a16:rowId xmlns:a16="http://schemas.microsoft.com/office/drawing/2014/main" val="1188505816"/>
                  </a:ext>
                </a:extLst>
              </a:tr>
              <a:tr h="543244">
                <a:tc>
                  <a:txBody>
                    <a:bodyPr/>
                    <a:lstStyle/>
                    <a:p>
                      <a:r>
                        <a:rPr lang="en-IN" dirty="0"/>
                        <a:t>/opt</a:t>
                      </a:r>
                    </a:p>
                  </a:txBody>
                  <a:tcPr/>
                </a:tc>
                <a:tc>
                  <a:txBody>
                    <a:bodyPr/>
                    <a:lstStyle/>
                    <a:p>
                      <a:r>
                        <a:rPr lang="en-IN" dirty="0"/>
                        <a:t>Optional</a:t>
                      </a:r>
                    </a:p>
                  </a:txBody>
                  <a:tcPr/>
                </a:tc>
                <a:tc>
                  <a:txBody>
                    <a:bodyPr/>
                    <a:lstStyle/>
                    <a:p>
                      <a:r>
                        <a:rPr lang="en-US" dirty="0"/>
                        <a:t>Third-party, proprietary, or standalone applications that are not part of the core operating system and are typically not managed by the default distribution package manager (like apt or </a:t>
                      </a:r>
                      <a:r>
                        <a:rPr lang="en-US" dirty="0" err="1"/>
                        <a:t>dnf</a:t>
                      </a:r>
                      <a:r>
                        <a:rPr lang="en-US" dirty="0"/>
                        <a:t>).</a:t>
                      </a:r>
                      <a:endParaRPr lang="en-IN" dirty="0"/>
                    </a:p>
                  </a:txBody>
                  <a:tcPr/>
                </a:tc>
                <a:extLst>
                  <a:ext uri="{0D108BD9-81ED-4DB2-BD59-A6C34878D82A}">
                    <a16:rowId xmlns:a16="http://schemas.microsoft.com/office/drawing/2014/main" val="3623378720"/>
                  </a:ext>
                </a:extLst>
              </a:tr>
              <a:tr h="543244">
                <a:tc>
                  <a:txBody>
                    <a:bodyPr/>
                    <a:lstStyle/>
                    <a:p>
                      <a:r>
                        <a:rPr lang="en-IN" dirty="0"/>
                        <a:t>/proc</a:t>
                      </a:r>
                    </a:p>
                  </a:txBody>
                  <a:tcPr/>
                </a:tc>
                <a:tc>
                  <a:txBody>
                    <a:bodyPr/>
                    <a:lstStyle/>
                    <a:p>
                      <a:r>
                        <a:rPr lang="en-IN" dirty="0"/>
                        <a:t>Processes</a:t>
                      </a:r>
                    </a:p>
                  </a:txBody>
                  <a:tcPr/>
                </a:tc>
                <a:tc>
                  <a:txBody>
                    <a:bodyPr/>
                    <a:lstStyle/>
                    <a:p>
                      <a:r>
                        <a:rPr lang="en-US" dirty="0"/>
                        <a:t>A virtual, in-memory filesystem that tracks </a:t>
                      </a:r>
                      <a:r>
                        <a:rPr lang="en-US" b="1" dirty="0"/>
                        <a:t>real-time kernel information </a:t>
                      </a:r>
                      <a:r>
                        <a:rPr lang="en-US" dirty="0"/>
                        <a:t>and state values for active processes.</a:t>
                      </a:r>
                      <a:endParaRPr lang="en-IN" dirty="0"/>
                    </a:p>
                  </a:txBody>
                  <a:tcPr/>
                </a:tc>
                <a:extLst>
                  <a:ext uri="{0D108BD9-81ED-4DB2-BD59-A6C34878D82A}">
                    <a16:rowId xmlns:a16="http://schemas.microsoft.com/office/drawing/2014/main" val="2770865893"/>
                  </a:ext>
                </a:extLst>
              </a:tr>
              <a:tr h="543244">
                <a:tc>
                  <a:txBody>
                    <a:bodyPr/>
                    <a:lstStyle/>
                    <a:p>
                      <a:r>
                        <a:rPr lang="en-IN" dirty="0"/>
                        <a:t>/sys</a:t>
                      </a:r>
                    </a:p>
                  </a:txBody>
                  <a:tcPr/>
                </a:tc>
                <a:tc>
                  <a:txBody>
                    <a:bodyPr/>
                    <a:lstStyle/>
                    <a:p>
                      <a:r>
                        <a:rPr lang="en-IN" dirty="0"/>
                        <a:t>System</a:t>
                      </a:r>
                    </a:p>
                  </a:txBody>
                  <a:tcPr/>
                </a:tc>
                <a:tc>
                  <a:txBody>
                    <a:bodyPr/>
                    <a:lstStyle/>
                    <a:p>
                      <a:r>
                        <a:rPr lang="en-US" dirty="0"/>
                        <a:t>Another virtual filesystem providing specialized interface for </a:t>
                      </a:r>
                      <a:r>
                        <a:rPr lang="en-US" b="1" dirty="0"/>
                        <a:t>hardware devices and drivers</a:t>
                      </a:r>
                      <a:r>
                        <a:rPr lang="en-US" b="0" dirty="0"/>
                        <a:t>.</a:t>
                      </a:r>
                      <a:endParaRPr lang="en-IN" dirty="0"/>
                    </a:p>
                  </a:txBody>
                  <a:tcPr/>
                </a:tc>
                <a:extLst>
                  <a:ext uri="{0D108BD9-81ED-4DB2-BD59-A6C34878D82A}">
                    <a16:rowId xmlns:a16="http://schemas.microsoft.com/office/drawing/2014/main" val="3859215471"/>
                  </a:ext>
                </a:extLst>
              </a:tr>
            </a:tbl>
          </a:graphicData>
        </a:graphic>
      </p:graphicFrame>
    </p:spTree>
    <p:extLst>
      <p:ext uri="{BB962C8B-B14F-4D97-AF65-F5344CB8AC3E}">
        <p14:creationId xmlns:p14="http://schemas.microsoft.com/office/powerpoint/2010/main" val="26191427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B5774-E506-6997-5551-279CEAA67D10}"/>
              </a:ext>
            </a:extLst>
          </p:cNvPr>
          <p:cNvSpPr>
            <a:spLocks noGrp="1"/>
          </p:cNvSpPr>
          <p:nvPr>
            <p:ph type="title"/>
          </p:nvPr>
        </p:nvSpPr>
        <p:spPr/>
        <p:txBody>
          <a:bodyPr/>
          <a:lstStyle/>
          <a:p>
            <a:endParaRPr lang="en-IN" dirty="0"/>
          </a:p>
        </p:txBody>
      </p:sp>
      <p:graphicFrame>
        <p:nvGraphicFramePr>
          <p:cNvPr id="4" name="Content Placeholder 3">
            <a:extLst>
              <a:ext uri="{FF2B5EF4-FFF2-40B4-BE49-F238E27FC236}">
                <a16:creationId xmlns:a16="http://schemas.microsoft.com/office/drawing/2014/main" id="{07F98366-AD1C-6C12-A56C-17B82ACD2F3A}"/>
              </a:ext>
            </a:extLst>
          </p:cNvPr>
          <p:cNvGraphicFramePr>
            <a:graphicFrameLocks noGrp="1"/>
          </p:cNvGraphicFramePr>
          <p:nvPr>
            <p:ph idx="1"/>
            <p:extLst>
              <p:ext uri="{D42A27DB-BD31-4B8C-83A1-F6EECF244321}">
                <p14:modId xmlns:p14="http://schemas.microsoft.com/office/powerpoint/2010/main" val="2650841742"/>
              </p:ext>
            </p:extLst>
          </p:nvPr>
        </p:nvGraphicFramePr>
        <p:xfrm>
          <a:off x="962209" y="202398"/>
          <a:ext cx="10289724" cy="3683661"/>
        </p:xfrm>
        <a:graphic>
          <a:graphicData uri="http://schemas.openxmlformats.org/drawingml/2006/table">
            <a:tbl>
              <a:tblPr firstRow="1" bandRow="1">
                <a:tableStyleId>{5C22544A-7EE6-4342-B048-85BDC9FD1C3A}</a:tableStyleId>
              </a:tblPr>
              <a:tblGrid>
                <a:gridCol w="1359159">
                  <a:extLst>
                    <a:ext uri="{9D8B030D-6E8A-4147-A177-3AD203B41FA5}">
                      <a16:colId xmlns:a16="http://schemas.microsoft.com/office/drawing/2014/main" val="2384212393"/>
                    </a:ext>
                  </a:extLst>
                </a:gridCol>
                <a:gridCol w="2648743">
                  <a:extLst>
                    <a:ext uri="{9D8B030D-6E8A-4147-A177-3AD203B41FA5}">
                      <a16:colId xmlns:a16="http://schemas.microsoft.com/office/drawing/2014/main" val="2130206276"/>
                    </a:ext>
                  </a:extLst>
                </a:gridCol>
                <a:gridCol w="6281822">
                  <a:extLst>
                    <a:ext uri="{9D8B030D-6E8A-4147-A177-3AD203B41FA5}">
                      <a16:colId xmlns:a16="http://schemas.microsoft.com/office/drawing/2014/main" val="796849422"/>
                    </a:ext>
                  </a:extLst>
                </a:gridCol>
              </a:tblGrid>
              <a:tr h="290472">
                <a:tc>
                  <a:txBody>
                    <a:bodyPr/>
                    <a:lstStyle/>
                    <a:p>
                      <a:r>
                        <a:rPr lang="en-IN" dirty="0"/>
                        <a:t>Directory</a:t>
                      </a:r>
                    </a:p>
                  </a:txBody>
                  <a:tcPr/>
                </a:tc>
                <a:tc>
                  <a:txBody>
                    <a:bodyPr/>
                    <a:lstStyle/>
                    <a:p>
                      <a:r>
                        <a:rPr lang="en-IN" dirty="0"/>
                        <a:t>Name</a:t>
                      </a:r>
                    </a:p>
                  </a:txBody>
                  <a:tcPr/>
                </a:tc>
                <a:tc>
                  <a:txBody>
                    <a:bodyPr/>
                    <a:lstStyle/>
                    <a:p>
                      <a:r>
                        <a:rPr lang="en-IN" dirty="0"/>
                        <a:t>Purpose</a:t>
                      </a:r>
                    </a:p>
                  </a:txBody>
                  <a:tcPr/>
                </a:tc>
                <a:extLst>
                  <a:ext uri="{0D108BD9-81ED-4DB2-BD59-A6C34878D82A}">
                    <a16:rowId xmlns:a16="http://schemas.microsoft.com/office/drawing/2014/main" val="1336218954"/>
                  </a:ext>
                </a:extLst>
              </a:tr>
              <a:tr h="548373">
                <a:tc>
                  <a:txBody>
                    <a:bodyPr/>
                    <a:lstStyle/>
                    <a:p>
                      <a:r>
                        <a:rPr lang="en-IN" dirty="0"/>
                        <a:t>/run</a:t>
                      </a:r>
                    </a:p>
                  </a:txBody>
                  <a:tcPr/>
                </a:tc>
                <a:tc>
                  <a:txBody>
                    <a:bodyPr/>
                    <a:lstStyle/>
                    <a:p>
                      <a:r>
                        <a:rPr lang="en-IN" dirty="0"/>
                        <a:t>Runtime Data</a:t>
                      </a:r>
                    </a:p>
                  </a:txBody>
                  <a:tcPr/>
                </a:tc>
                <a:tc>
                  <a:txBody>
                    <a:bodyPr/>
                    <a:lstStyle/>
                    <a:p>
                      <a:r>
                        <a:rPr lang="en-IN" dirty="0"/>
                        <a:t>Contains </a:t>
                      </a:r>
                      <a:r>
                        <a:rPr lang="en-IN" b="1" dirty="0"/>
                        <a:t>system runtime information.</a:t>
                      </a:r>
                    </a:p>
                  </a:txBody>
                  <a:tcPr/>
                </a:tc>
                <a:extLst>
                  <a:ext uri="{0D108BD9-81ED-4DB2-BD59-A6C34878D82A}">
                    <a16:rowId xmlns:a16="http://schemas.microsoft.com/office/drawing/2014/main" val="2994755060"/>
                  </a:ext>
                </a:extLst>
              </a:tr>
              <a:tr h="826940">
                <a:tc>
                  <a:txBody>
                    <a:bodyPr/>
                    <a:lstStyle/>
                    <a:p>
                      <a:r>
                        <a:rPr lang="en-IN" dirty="0"/>
                        <a:t>/</a:t>
                      </a:r>
                      <a:r>
                        <a:rPr lang="en-IN" dirty="0" err="1"/>
                        <a:t>tmp</a:t>
                      </a:r>
                      <a:endParaRPr lang="en-IN" dirty="0"/>
                    </a:p>
                  </a:txBody>
                  <a:tcPr/>
                </a:tc>
                <a:tc>
                  <a:txBody>
                    <a:bodyPr/>
                    <a:lstStyle/>
                    <a:p>
                      <a:r>
                        <a:rPr lang="en-IN" dirty="0"/>
                        <a:t>Temporary</a:t>
                      </a:r>
                    </a:p>
                  </a:txBody>
                  <a:tcPr/>
                </a:tc>
                <a:tc>
                  <a:txBody>
                    <a:bodyPr/>
                    <a:lstStyle/>
                    <a:p>
                      <a:r>
                        <a:rPr lang="en-US" dirty="0"/>
                        <a:t>A public scratchpad for apps to dump volatile </a:t>
                      </a:r>
                      <a:r>
                        <a:rPr lang="en-US" b="1" dirty="0"/>
                        <a:t>temporary files, </a:t>
                      </a:r>
                      <a:r>
                        <a:rPr lang="en-US" dirty="0"/>
                        <a:t>often completely wiped automatically upon system reboot.</a:t>
                      </a:r>
                      <a:endParaRPr lang="en-IN" dirty="0"/>
                    </a:p>
                  </a:txBody>
                  <a:tcPr/>
                </a:tc>
                <a:extLst>
                  <a:ext uri="{0D108BD9-81ED-4DB2-BD59-A6C34878D82A}">
                    <a16:rowId xmlns:a16="http://schemas.microsoft.com/office/drawing/2014/main" val="3398469761"/>
                  </a:ext>
                </a:extLst>
              </a:tr>
              <a:tr h="1011485">
                <a:tc>
                  <a:txBody>
                    <a:bodyPr/>
                    <a:lstStyle/>
                    <a:p>
                      <a:r>
                        <a:rPr lang="en-IN" dirty="0"/>
                        <a:t>/</a:t>
                      </a:r>
                      <a:r>
                        <a:rPr lang="en-IN" dirty="0" err="1"/>
                        <a:t>usr</a:t>
                      </a:r>
                      <a:endParaRPr lang="en-IN" dirty="0"/>
                    </a:p>
                  </a:txBody>
                  <a:tcPr/>
                </a:tc>
                <a:tc>
                  <a:txBody>
                    <a:bodyPr/>
                    <a:lstStyle/>
                    <a:p>
                      <a:r>
                        <a:rPr lang="en-IN" dirty="0"/>
                        <a:t>User System Resources</a:t>
                      </a:r>
                    </a:p>
                  </a:txBody>
                  <a:tcPr/>
                </a:tc>
                <a:tc>
                  <a:txBody>
                    <a:bodyPr/>
                    <a:lstStyle/>
                    <a:p>
                      <a:r>
                        <a:rPr lang="en-IN" dirty="0"/>
                        <a:t>The largest directory segment; contains user applications, secondary binaries (/</a:t>
                      </a:r>
                      <a:r>
                        <a:rPr lang="en-IN" dirty="0" err="1"/>
                        <a:t>usr</a:t>
                      </a:r>
                      <a:r>
                        <a:rPr lang="en-IN" dirty="0"/>
                        <a:t>/bin), documentation, and source code.</a:t>
                      </a:r>
                    </a:p>
                  </a:txBody>
                  <a:tcPr/>
                </a:tc>
                <a:extLst>
                  <a:ext uri="{0D108BD9-81ED-4DB2-BD59-A6C34878D82A}">
                    <a16:rowId xmlns:a16="http://schemas.microsoft.com/office/drawing/2014/main" val="2019637995"/>
                  </a:ext>
                </a:extLst>
              </a:tr>
              <a:tr h="931103">
                <a:tc>
                  <a:txBody>
                    <a:bodyPr/>
                    <a:lstStyle/>
                    <a:p>
                      <a:r>
                        <a:rPr lang="en-IN" dirty="0"/>
                        <a:t>/var</a:t>
                      </a:r>
                    </a:p>
                  </a:txBody>
                  <a:tcPr/>
                </a:tc>
                <a:tc>
                  <a:txBody>
                    <a:bodyPr/>
                    <a:lstStyle/>
                    <a:p>
                      <a:r>
                        <a:rPr lang="en-IN" dirty="0"/>
                        <a:t>Variable Data</a:t>
                      </a:r>
                    </a:p>
                  </a:txBody>
                  <a:tcPr/>
                </a:tc>
                <a:tc>
                  <a:txBody>
                    <a:bodyPr/>
                    <a:lstStyle/>
                    <a:p>
                      <a:r>
                        <a:rPr lang="en-US" dirty="0"/>
                        <a:t>Stores dynamic, frequently changing files such as system logs (/var/log), print queues, and web caches.</a:t>
                      </a:r>
                      <a:endParaRPr lang="en-IN" dirty="0"/>
                    </a:p>
                  </a:txBody>
                  <a:tcPr/>
                </a:tc>
                <a:extLst>
                  <a:ext uri="{0D108BD9-81ED-4DB2-BD59-A6C34878D82A}">
                    <a16:rowId xmlns:a16="http://schemas.microsoft.com/office/drawing/2014/main" val="104646598"/>
                  </a:ext>
                </a:extLst>
              </a:tr>
            </a:tbl>
          </a:graphicData>
        </a:graphic>
      </p:graphicFrame>
    </p:spTree>
    <p:extLst>
      <p:ext uri="{BB962C8B-B14F-4D97-AF65-F5344CB8AC3E}">
        <p14:creationId xmlns:p14="http://schemas.microsoft.com/office/powerpoint/2010/main" val="42120052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BD11E-2E66-B5C7-D795-3652FF3DA649}"/>
              </a:ext>
            </a:extLst>
          </p:cNvPr>
          <p:cNvSpPr>
            <a:spLocks noGrp="1"/>
          </p:cNvSpPr>
          <p:nvPr>
            <p:ph type="title"/>
          </p:nvPr>
        </p:nvSpPr>
        <p:spPr/>
        <p:txBody>
          <a:bodyPr/>
          <a:lstStyle/>
          <a:p>
            <a:r>
              <a:rPr lang="en-IN" dirty="0"/>
              <a:t>Linux File Hierarchy Structure</a:t>
            </a:r>
          </a:p>
        </p:txBody>
      </p:sp>
      <p:pic>
        <p:nvPicPr>
          <p:cNvPr id="5" name="Content Placeholder 4">
            <a:extLst>
              <a:ext uri="{FF2B5EF4-FFF2-40B4-BE49-F238E27FC236}">
                <a16:creationId xmlns:a16="http://schemas.microsoft.com/office/drawing/2014/main" id="{8618A8A4-2484-9211-583D-DAFD67C3C93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97280" y="2098575"/>
            <a:ext cx="4275657" cy="3760788"/>
          </a:xfrm>
          <a:prstGeom prst="rect">
            <a:avLst/>
          </a:prstGeom>
        </p:spPr>
      </p:pic>
      <p:pic>
        <p:nvPicPr>
          <p:cNvPr id="7" name="Picture 6">
            <a:extLst>
              <a:ext uri="{FF2B5EF4-FFF2-40B4-BE49-F238E27FC236}">
                <a16:creationId xmlns:a16="http://schemas.microsoft.com/office/drawing/2014/main" id="{A45EBEC7-64B3-0EB3-28A3-BE8E62CC7E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2098575"/>
            <a:ext cx="4741998" cy="3970689"/>
          </a:xfrm>
          <a:prstGeom prst="rect">
            <a:avLst/>
          </a:prstGeom>
        </p:spPr>
      </p:pic>
    </p:spTree>
    <p:extLst>
      <p:ext uri="{BB962C8B-B14F-4D97-AF65-F5344CB8AC3E}">
        <p14:creationId xmlns:p14="http://schemas.microsoft.com/office/powerpoint/2010/main" val="42532846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4B621-7195-9B5A-0223-39F1BFAF3ACF}"/>
              </a:ext>
            </a:extLst>
          </p:cNvPr>
          <p:cNvSpPr>
            <a:spLocks noGrp="1"/>
          </p:cNvSpPr>
          <p:nvPr>
            <p:ph type="title"/>
          </p:nvPr>
        </p:nvSpPr>
        <p:spPr/>
        <p:txBody>
          <a:bodyPr/>
          <a:lstStyle/>
          <a:p>
            <a:r>
              <a:rPr lang="en-IN" dirty="0"/>
              <a:t>Basic Linux Commands</a:t>
            </a:r>
          </a:p>
        </p:txBody>
      </p:sp>
      <p:sp>
        <p:nvSpPr>
          <p:cNvPr id="3" name="Content Placeholder 2">
            <a:extLst>
              <a:ext uri="{FF2B5EF4-FFF2-40B4-BE49-F238E27FC236}">
                <a16:creationId xmlns:a16="http://schemas.microsoft.com/office/drawing/2014/main" id="{987EE72A-3455-CC83-A329-B25BF59FA73D}"/>
              </a:ext>
            </a:extLst>
          </p:cNvPr>
          <p:cNvSpPr>
            <a:spLocks noGrp="1"/>
          </p:cNvSpPr>
          <p:nvPr>
            <p:ph idx="1"/>
          </p:nvPr>
        </p:nvSpPr>
        <p:spPr/>
        <p:txBody>
          <a:bodyPr>
            <a:normAutofit/>
          </a:bodyPr>
          <a:lstStyle/>
          <a:p>
            <a:pPr>
              <a:buFont typeface="Wingdings" panose="05000000000000000000" pitchFamily="2" charset="2"/>
              <a:buChar char="Ø"/>
            </a:pPr>
            <a:r>
              <a:rPr lang="en-IN" dirty="0"/>
              <a:t> Linux commands are the primary way to interact with a Linux operating system through the terminal.</a:t>
            </a:r>
          </a:p>
          <a:p>
            <a:pPr>
              <a:buFont typeface="Wingdings" panose="05000000000000000000" pitchFamily="2" charset="2"/>
              <a:buChar char="Ø"/>
            </a:pPr>
            <a:r>
              <a:rPr lang="en-IN" dirty="0"/>
              <a:t> Linux commands are organized by purpose:</a:t>
            </a:r>
          </a:p>
          <a:p>
            <a:pPr marL="749808" lvl="1" indent="-457200">
              <a:buFont typeface="+mj-lt"/>
              <a:buAutoNum type="arabicPeriod"/>
            </a:pPr>
            <a:r>
              <a:rPr lang="en-IN" b="1" dirty="0"/>
              <a:t>Navigation &amp; Directory Management</a:t>
            </a:r>
          </a:p>
          <a:p>
            <a:pPr marL="749808" lvl="1" indent="-457200">
              <a:buFont typeface="+mj-lt"/>
              <a:buAutoNum type="arabicPeriod"/>
            </a:pPr>
            <a:r>
              <a:rPr lang="en-IN" b="1" dirty="0"/>
              <a:t>File Operations</a:t>
            </a:r>
          </a:p>
          <a:p>
            <a:pPr marL="749808" lvl="1" indent="-457200">
              <a:buFont typeface="+mj-lt"/>
              <a:buAutoNum type="arabicPeriod"/>
            </a:pPr>
            <a:r>
              <a:rPr lang="en-IN" b="1" dirty="0"/>
              <a:t>Searching &amp; Text Processing</a:t>
            </a:r>
          </a:p>
          <a:p>
            <a:pPr marL="749808" lvl="1" indent="-457200">
              <a:buFont typeface="+mj-lt"/>
              <a:buAutoNum type="arabicPeriod"/>
            </a:pPr>
            <a:r>
              <a:rPr lang="en-IN" b="1" dirty="0"/>
              <a:t>Permissions &amp; System Basics</a:t>
            </a:r>
          </a:p>
          <a:p>
            <a:pPr>
              <a:buFont typeface="Wingdings" panose="05000000000000000000" pitchFamily="2" charset="2"/>
              <a:buChar char="Ø"/>
            </a:pPr>
            <a:r>
              <a:rPr lang="en-IN" b="1" dirty="0"/>
              <a:t> </a:t>
            </a:r>
            <a:r>
              <a:rPr lang="en-IN" dirty="0"/>
              <a:t>Learning basic Linux commands helps beginners understand how Linux works and use it efficiently for daily tasks.</a:t>
            </a:r>
            <a:endParaRPr lang="en-IN" b="1" dirty="0"/>
          </a:p>
        </p:txBody>
      </p:sp>
    </p:spTree>
    <p:extLst>
      <p:ext uri="{BB962C8B-B14F-4D97-AF65-F5344CB8AC3E}">
        <p14:creationId xmlns:p14="http://schemas.microsoft.com/office/powerpoint/2010/main" val="7847404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56CE8-A8DD-2817-7EC8-8489446BCCB9}"/>
              </a:ext>
            </a:extLst>
          </p:cNvPr>
          <p:cNvSpPr>
            <a:spLocks noGrp="1"/>
          </p:cNvSpPr>
          <p:nvPr>
            <p:ph type="title"/>
          </p:nvPr>
        </p:nvSpPr>
        <p:spPr/>
        <p:txBody>
          <a:bodyPr/>
          <a:lstStyle/>
          <a:p>
            <a:r>
              <a:rPr lang="en-IN" dirty="0"/>
              <a:t>Navigation &amp; Directory Management</a:t>
            </a:r>
          </a:p>
        </p:txBody>
      </p:sp>
      <p:sp>
        <p:nvSpPr>
          <p:cNvPr id="3" name="Content Placeholder 2">
            <a:extLst>
              <a:ext uri="{FF2B5EF4-FFF2-40B4-BE49-F238E27FC236}">
                <a16:creationId xmlns:a16="http://schemas.microsoft.com/office/drawing/2014/main" id="{2229DBA6-1834-5BBD-0325-BE5E27A1490B}"/>
              </a:ext>
            </a:extLst>
          </p:cNvPr>
          <p:cNvSpPr>
            <a:spLocks noGrp="1"/>
          </p:cNvSpPr>
          <p:nvPr>
            <p:ph idx="1"/>
          </p:nvPr>
        </p:nvSpPr>
        <p:spPr/>
        <p:txBody>
          <a:bodyPr/>
          <a:lstStyle/>
          <a:p>
            <a:pPr>
              <a:buFont typeface="Wingdings" panose="05000000000000000000" pitchFamily="2" charset="2"/>
              <a:buChar char="v"/>
            </a:pPr>
            <a:r>
              <a:rPr lang="en-IN" b="1" dirty="0"/>
              <a:t> </a:t>
            </a:r>
            <a:r>
              <a:rPr lang="en-IN" dirty="0"/>
              <a:t>These commands help you move around the system and organize your folders:</a:t>
            </a:r>
          </a:p>
          <a:p>
            <a:pPr lvl="2">
              <a:buFont typeface="Arial" panose="020B0604020202020204" pitchFamily="34" charset="0"/>
              <a:buChar char="•"/>
            </a:pPr>
            <a:r>
              <a:rPr lang="en-IN" sz="1700" b="1" dirty="0" err="1"/>
              <a:t>pwd</a:t>
            </a:r>
            <a:r>
              <a:rPr lang="en-IN" sz="1700" dirty="0"/>
              <a:t> – print working directory</a:t>
            </a:r>
          </a:p>
          <a:p>
            <a:pPr lvl="2">
              <a:buFont typeface="Arial" panose="020B0604020202020204" pitchFamily="34" charset="0"/>
              <a:buChar char="•"/>
            </a:pPr>
            <a:r>
              <a:rPr lang="en-IN" sz="1700" b="1" dirty="0"/>
              <a:t>ls</a:t>
            </a:r>
            <a:r>
              <a:rPr lang="en-IN" sz="1700" dirty="0"/>
              <a:t> – lists all files and folders in your current directory</a:t>
            </a:r>
          </a:p>
          <a:p>
            <a:pPr lvl="2">
              <a:buFont typeface="Arial" panose="020B0604020202020204" pitchFamily="34" charset="0"/>
              <a:buChar char="•"/>
            </a:pPr>
            <a:r>
              <a:rPr lang="en-IN" sz="1700" b="1" dirty="0"/>
              <a:t>ls –l </a:t>
            </a:r>
            <a:r>
              <a:rPr lang="en-IN" sz="1700" dirty="0"/>
              <a:t>– for detailed information</a:t>
            </a:r>
          </a:p>
          <a:p>
            <a:pPr lvl="2">
              <a:buFont typeface="Arial" panose="020B0604020202020204" pitchFamily="34" charset="0"/>
              <a:buChar char="•"/>
            </a:pPr>
            <a:r>
              <a:rPr lang="en-IN" sz="1700" b="1" dirty="0"/>
              <a:t>ls –a </a:t>
            </a:r>
            <a:r>
              <a:rPr lang="en-IN" sz="1700" dirty="0"/>
              <a:t>– to view hidden files</a:t>
            </a:r>
          </a:p>
          <a:p>
            <a:pPr lvl="2">
              <a:buFont typeface="Arial" panose="020B0604020202020204" pitchFamily="34" charset="0"/>
              <a:buChar char="•"/>
            </a:pPr>
            <a:r>
              <a:rPr lang="en-IN" sz="1700" b="1" dirty="0" err="1"/>
              <a:t>mkdir</a:t>
            </a:r>
            <a:r>
              <a:rPr lang="en-IN" sz="1700" dirty="0"/>
              <a:t> – creates a brand-new directory</a:t>
            </a:r>
          </a:p>
          <a:p>
            <a:pPr lvl="2">
              <a:buFont typeface="Arial" panose="020B0604020202020204" pitchFamily="34" charset="0"/>
              <a:buChar char="•"/>
            </a:pPr>
            <a:r>
              <a:rPr lang="en-IN" sz="1700" b="1" dirty="0" err="1"/>
              <a:t>rmdir</a:t>
            </a:r>
            <a:r>
              <a:rPr lang="en-IN" sz="1700" dirty="0"/>
              <a:t> – removes an empty directory</a:t>
            </a:r>
          </a:p>
        </p:txBody>
      </p:sp>
    </p:spTree>
    <p:extLst>
      <p:ext uri="{BB962C8B-B14F-4D97-AF65-F5344CB8AC3E}">
        <p14:creationId xmlns:p14="http://schemas.microsoft.com/office/powerpoint/2010/main" val="40983273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18F8C-F8E1-AD17-11CA-77CDFAFBEC7E}"/>
              </a:ext>
            </a:extLst>
          </p:cNvPr>
          <p:cNvSpPr>
            <a:spLocks noGrp="1"/>
          </p:cNvSpPr>
          <p:nvPr>
            <p:ph type="title"/>
          </p:nvPr>
        </p:nvSpPr>
        <p:spPr/>
        <p:txBody>
          <a:bodyPr/>
          <a:lstStyle/>
          <a:p>
            <a:r>
              <a:rPr lang="en-IN" dirty="0"/>
              <a:t>File Operations</a:t>
            </a:r>
          </a:p>
        </p:txBody>
      </p:sp>
      <p:sp>
        <p:nvSpPr>
          <p:cNvPr id="3" name="Content Placeholder 2">
            <a:extLst>
              <a:ext uri="{FF2B5EF4-FFF2-40B4-BE49-F238E27FC236}">
                <a16:creationId xmlns:a16="http://schemas.microsoft.com/office/drawing/2014/main" id="{821B4A07-AFE4-FB9E-147B-3DDFE0553E94}"/>
              </a:ext>
            </a:extLst>
          </p:cNvPr>
          <p:cNvSpPr>
            <a:spLocks noGrp="1"/>
          </p:cNvSpPr>
          <p:nvPr>
            <p:ph idx="1"/>
          </p:nvPr>
        </p:nvSpPr>
        <p:spPr/>
        <p:txBody>
          <a:bodyPr/>
          <a:lstStyle/>
          <a:p>
            <a:pPr>
              <a:buFont typeface="Wingdings" panose="05000000000000000000" pitchFamily="2" charset="2"/>
              <a:buChar char="v"/>
            </a:pPr>
            <a:r>
              <a:rPr lang="en-IN" dirty="0"/>
              <a:t> Use these commands to create, view, copy, and delete files.</a:t>
            </a:r>
          </a:p>
          <a:p>
            <a:pPr lvl="1">
              <a:buFont typeface="Arial" panose="020B0604020202020204" pitchFamily="34" charset="0"/>
              <a:buChar char="•"/>
            </a:pPr>
            <a:r>
              <a:rPr lang="en-IN" b="1" dirty="0"/>
              <a:t> touch</a:t>
            </a:r>
            <a:r>
              <a:rPr lang="en-IN" dirty="0"/>
              <a:t> – creates a blank, empty file.</a:t>
            </a:r>
          </a:p>
          <a:p>
            <a:pPr lvl="1">
              <a:buFont typeface="Arial" panose="020B0604020202020204" pitchFamily="34" charset="0"/>
              <a:buChar char="•"/>
            </a:pPr>
            <a:r>
              <a:rPr lang="en-IN" b="1" dirty="0"/>
              <a:t> cat</a:t>
            </a:r>
            <a:r>
              <a:rPr lang="en-IN" dirty="0"/>
              <a:t> – concatenates and displays the full contents of a file in the terminal</a:t>
            </a:r>
          </a:p>
          <a:p>
            <a:pPr lvl="1">
              <a:buFont typeface="Arial" panose="020B0604020202020204" pitchFamily="34" charset="0"/>
              <a:buChar char="•"/>
            </a:pPr>
            <a:r>
              <a:rPr lang="en-IN" b="1" dirty="0"/>
              <a:t> head</a:t>
            </a:r>
            <a:r>
              <a:rPr lang="en-IN" dirty="0"/>
              <a:t> – Views very beginning of a long file.</a:t>
            </a:r>
          </a:p>
          <a:p>
            <a:pPr lvl="1">
              <a:buFont typeface="Arial" panose="020B0604020202020204" pitchFamily="34" charset="0"/>
              <a:buChar char="•"/>
            </a:pPr>
            <a:r>
              <a:rPr lang="en-IN" b="1" dirty="0"/>
              <a:t> tail</a:t>
            </a:r>
            <a:r>
              <a:rPr lang="en-IN" dirty="0"/>
              <a:t> – Views the end of a long file.</a:t>
            </a:r>
          </a:p>
          <a:p>
            <a:pPr lvl="1">
              <a:buFont typeface="Arial" panose="020B0604020202020204" pitchFamily="34" charset="0"/>
              <a:buChar char="•"/>
            </a:pPr>
            <a:r>
              <a:rPr lang="en-IN" b="1" dirty="0"/>
              <a:t> cp</a:t>
            </a:r>
            <a:r>
              <a:rPr lang="en-IN" dirty="0"/>
              <a:t> – copies files or directories from one place to another.</a:t>
            </a:r>
          </a:p>
          <a:p>
            <a:pPr lvl="1">
              <a:buFont typeface="Arial" panose="020B0604020202020204" pitchFamily="34" charset="0"/>
              <a:buChar char="•"/>
            </a:pPr>
            <a:r>
              <a:rPr lang="en-IN" b="1" dirty="0"/>
              <a:t> mv</a:t>
            </a:r>
            <a:r>
              <a:rPr lang="en-IN" dirty="0"/>
              <a:t> – moves or renames files and folders.</a:t>
            </a:r>
          </a:p>
          <a:p>
            <a:pPr lvl="1">
              <a:buFont typeface="Arial" panose="020B0604020202020204" pitchFamily="34" charset="0"/>
              <a:buChar char="•"/>
            </a:pPr>
            <a:r>
              <a:rPr lang="en-IN" b="1" dirty="0"/>
              <a:t> rm</a:t>
            </a:r>
            <a:r>
              <a:rPr lang="en-IN" dirty="0"/>
              <a:t> – deletes files permanently.</a:t>
            </a:r>
          </a:p>
          <a:p>
            <a:pPr lvl="1">
              <a:buFont typeface="Arial" panose="020B0604020202020204" pitchFamily="34" charset="0"/>
              <a:buChar char="•"/>
            </a:pPr>
            <a:r>
              <a:rPr lang="en-IN" b="1" dirty="0"/>
              <a:t> rm –r </a:t>
            </a:r>
            <a:r>
              <a:rPr lang="en-IN" dirty="0"/>
              <a:t>– to delete a folder and everything inside it.</a:t>
            </a:r>
          </a:p>
          <a:p>
            <a:pPr lvl="1">
              <a:buFont typeface="Wingdings" panose="05000000000000000000" pitchFamily="2" charset="2"/>
              <a:buChar char="v"/>
            </a:pPr>
            <a:endParaRPr lang="en-IN" dirty="0"/>
          </a:p>
        </p:txBody>
      </p:sp>
    </p:spTree>
    <p:extLst>
      <p:ext uri="{BB962C8B-B14F-4D97-AF65-F5344CB8AC3E}">
        <p14:creationId xmlns:p14="http://schemas.microsoft.com/office/powerpoint/2010/main" val="28769870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2EB80-87C0-6870-F3F4-14B974313E09}"/>
              </a:ext>
            </a:extLst>
          </p:cNvPr>
          <p:cNvSpPr>
            <a:spLocks noGrp="1"/>
          </p:cNvSpPr>
          <p:nvPr>
            <p:ph type="title"/>
          </p:nvPr>
        </p:nvSpPr>
        <p:spPr/>
        <p:txBody>
          <a:bodyPr/>
          <a:lstStyle/>
          <a:p>
            <a:r>
              <a:rPr lang="en-IN" dirty="0"/>
              <a:t>Searching &amp; Text Processing</a:t>
            </a:r>
          </a:p>
        </p:txBody>
      </p:sp>
      <p:sp>
        <p:nvSpPr>
          <p:cNvPr id="3" name="Content Placeholder 2">
            <a:extLst>
              <a:ext uri="{FF2B5EF4-FFF2-40B4-BE49-F238E27FC236}">
                <a16:creationId xmlns:a16="http://schemas.microsoft.com/office/drawing/2014/main" id="{9502B6F3-22FF-6EB8-61A5-3ED908617FF9}"/>
              </a:ext>
            </a:extLst>
          </p:cNvPr>
          <p:cNvSpPr>
            <a:spLocks noGrp="1"/>
          </p:cNvSpPr>
          <p:nvPr>
            <p:ph idx="1"/>
          </p:nvPr>
        </p:nvSpPr>
        <p:spPr/>
        <p:txBody>
          <a:bodyPr/>
          <a:lstStyle/>
          <a:p>
            <a:pPr>
              <a:buFont typeface="Wingdings" panose="05000000000000000000" pitchFamily="2" charset="2"/>
              <a:buChar char="v"/>
            </a:pPr>
            <a:r>
              <a:rPr lang="en-IN" dirty="0"/>
              <a:t> These commands let you look through text or find specific data quickly</a:t>
            </a:r>
          </a:p>
          <a:p>
            <a:pPr lvl="1">
              <a:buFont typeface="Arial" panose="020B0604020202020204" pitchFamily="34" charset="0"/>
              <a:buChar char="•"/>
            </a:pPr>
            <a:r>
              <a:rPr lang="en-IN" b="1" dirty="0"/>
              <a:t>grep </a:t>
            </a:r>
            <a:r>
              <a:rPr lang="en-IN" dirty="0"/>
              <a:t>– Searches for specific words or patterns within text or files.</a:t>
            </a:r>
          </a:p>
          <a:p>
            <a:pPr lvl="1">
              <a:buFont typeface="Arial" panose="020B0604020202020204" pitchFamily="34" charset="0"/>
              <a:buChar char="•"/>
            </a:pPr>
            <a:r>
              <a:rPr lang="en-IN" b="1" dirty="0"/>
              <a:t>find</a:t>
            </a:r>
            <a:r>
              <a:rPr lang="en-IN" dirty="0"/>
              <a:t> - </a:t>
            </a:r>
            <a:r>
              <a:rPr lang="en-US" dirty="0"/>
              <a:t>Searches for files and directories across your entire system layout based on filters like name or date.</a:t>
            </a:r>
          </a:p>
          <a:p>
            <a:pPr lvl="1">
              <a:buFont typeface="Arial" panose="020B0604020202020204" pitchFamily="34" charset="0"/>
              <a:buChar char="•"/>
            </a:pPr>
            <a:r>
              <a:rPr lang="en-US" b="1" dirty="0"/>
              <a:t>clear </a:t>
            </a:r>
            <a:r>
              <a:rPr lang="en-US" dirty="0"/>
              <a:t>- Clears the terminal screen to give you a clean slate</a:t>
            </a:r>
            <a:endParaRPr lang="en-IN" dirty="0"/>
          </a:p>
        </p:txBody>
      </p:sp>
    </p:spTree>
    <p:extLst>
      <p:ext uri="{BB962C8B-B14F-4D97-AF65-F5344CB8AC3E}">
        <p14:creationId xmlns:p14="http://schemas.microsoft.com/office/powerpoint/2010/main" val="6176154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5A37D-9FC4-055E-1696-0606F5688A58}"/>
              </a:ext>
            </a:extLst>
          </p:cNvPr>
          <p:cNvSpPr>
            <a:spLocks noGrp="1"/>
          </p:cNvSpPr>
          <p:nvPr>
            <p:ph type="title"/>
          </p:nvPr>
        </p:nvSpPr>
        <p:spPr/>
        <p:txBody>
          <a:bodyPr/>
          <a:lstStyle/>
          <a:p>
            <a:r>
              <a:rPr lang="en-IN" dirty="0"/>
              <a:t>Permissions &amp; System Basics</a:t>
            </a:r>
          </a:p>
        </p:txBody>
      </p:sp>
      <p:sp>
        <p:nvSpPr>
          <p:cNvPr id="3" name="Content Placeholder 2">
            <a:extLst>
              <a:ext uri="{FF2B5EF4-FFF2-40B4-BE49-F238E27FC236}">
                <a16:creationId xmlns:a16="http://schemas.microsoft.com/office/drawing/2014/main" id="{021AEDFB-4A67-1991-C190-CF48539F7ACA}"/>
              </a:ext>
            </a:extLst>
          </p:cNvPr>
          <p:cNvSpPr>
            <a:spLocks noGrp="1"/>
          </p:cNvSpPr>
          <p:nvPr>
            <p:ph idx="1"/>
          </p:nvPr>
        </p:nvSpPr>
        <p:spPr/>
        <p:txBody>
          <a:bodyPr/>
          <a:lstStyle/>
          <a:p>
            <a:pPr>
              <a:buFont typeface="Wingdings" panose="05000000000000000000" pitchFamily="2" charset="2"/>
              <a:buChar char="v"/>
            </a:pPr>
            <a:r>
              <a:rPr lang="en-IN" dirty="0"/>
              <a:t> Essential commands for managing permissions and seeing how the system is performing:</a:t>
            </a:r>
          </a:p>
          <a:p>
            <a:pPr lvl="1">
              <a:buFont typeface="Arial" panose="020B0604020202020204" pitchFamily="34" charset="0"/>
              <a:buChar char="•"/>
            </a:pPr>
            <a:r>
              <a:rPr lang="en-IN" b="1" dirty="0" err="1"/>
              <a:t>sudo</a:t>
            </a:r>
            <a:r>
              <a:rPr lang="en-IN" dirty="0"/>
              <a:t> – Executes a command with administrative (root) privileges.</a:t>
            </a:r>
          </a:p>
          <a:p>
            <a:pPr lvl="1">
              <a:buFont typeface="Arial" panose="020B0604020202020204" pitchFamily="34" charset="0"/>
              <a:buChar char="•"/>
            </a:pPr>
            <a:r>
              <a:rPr lang="en-IN" b="1" dirty="0" err="1"/>
              <a:t>chmod</a:t>
            </a:r>
            <a:r>
              <a:rPr lang="en-IN" dirty="0"/>
              <a:t> – Changes the file read, write, and execute permissions.</a:t>
            </a:r>
          </a:p>
          <a:p>
            <a:pPr lvl="1">
              <a:buFont typeface="Arial" panose="020B0604020202020204" pitchFamily="34" charset="0"/>
              <a:buChar char="•"/>
            </a:pPr>
            <a:r>
              <a:rPr lang="en-IN" b="1" dirty="0" err="1"/>
              <a:t>df</a:t>
            </a:r>
            <a:r>
              <a:rPr lang="en-IN" b="1" dirty="0"/>
              <a:t> –h </a:t>
            </a:r>
            <a:r>
              <a:rPr lang="en-IN" dirty="0"/>
              <a:t>- </a:t>
            </a:r>
            <a:r>
              <a:rPr lang="en-US" dirty="0"/>
              <a:t>Shows how much available disk space you have in a human-readable format.</a:t>
            </a:r>
          </a:p>
          <a:p>
            <a:pPr lvl="1">
              <a:buFont typeface="Arial" panose="020B0604020202020204" pitchFamily="34" charset="0"/>
              <a:buChar char="•"/>
            </a:pPr>
            <a:r>
              <a:rPr lang="en-US" b="1" dirty="0"/>
              <a:t>top</a:t>
            </a:r>
            <a:r>
              <a:rPr lang="en-US" dirty="0"/>
              <a:t> or </a:t>
            </a:r>
            <a:r>
              <a:rPr lang="en-US" b="1" dirty="0" err="1"/>
              <a:t>htop</a:t>
            </a:r>
            <a:r>
              <a:rPr lang="en-US" dirty="0"/>
              <a:t> – Displays running processes and system resources in real-time. </a:t>
            </a:r>
            <a:endParaRPr lang="en-IN" dirty="0"/>
          </a:p>
        </p:txBody>
      </p:sp>
    </p:spTree>
    <p:extLst>
      <p:ext uri="{BB962C8B-B14F-4D97-AF65-F5344CB8AC3E}">
        <p14:creationId xmlns:p14="http://schemas.microsoft.com/office/powerpoint/2010/main" val="1343554995"/>
      </p:ext>
    </p:extLst>
  </p:cSld>
  <p:clrMapOvr>
    <a:masterClrMapping/>
  </p:clrMapOvr>
</p:sld>
</file>

<file path=ppt/theme/theme1.xml><?xml version="1.0" encoding="utf-8"?>
<a:theme xmlns:a="http://schemas.openxmlformats.org/drawingml/2006/main" name="Custom">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WO.pptx" id="{80AA9D2D-EE59-4148-A11E-A51EEE828B28}" vid="{AEAFD717-D3C8-4034-8F7E-D5220B0CCEB8}"/>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C5A59D56-2157-4202-9D02-F44E447A24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9DAD249-BF80-48EF-9AFB-36A11BCDC2CE}">
  <ds:schemaRefs>
    <ds:schemaRef ds:uri="http://schemas.microsoft.com/sharepoint/v3/contenttype/forms"/>
  </ds:schemaRefs>
</ds:datastoreItem>
</file>

<file path=customXml/itemProps3.xml><?xml version="1.0" encoding="utf-8"?>
<ds:datastoreItem xmlns:ds="http://schemas.openxmlformats.org/officeDocument/2006/customXml" ds:itemID="{6F4F4D41-822D-40F2-A7AC-E4E6CB36CA7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Props/app.xml><?xml version="1.0" encoding="utf-8"?>
<Properties xmlns="http://schemas.openxmlformats.org/officeDocument/2006/extended-properties" xmlns:vt="http://schemas.openxmlformats.org/officeDocument/2006/docPropsVTypes">
  <Template>{AB16A9E5-85F5-46FD-8A78-9B9498A2BE81}TFf0a5ceae-4542-492d-822e-d65a94fb0e1e3b562c5a_win32-009a0557e699</Template>
  <TotalTime>267</TotalTime>
  <Words>1247</Words>
  <Application>Microsoft Office PowerPoint</Application>
  <PresentationFormat>Widescreen</PresentationFormat>
  <Paragraphs>142</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Bookman Old Style</vt:lpstr>
      <vt:lpstr>Calibri</vt:lpstr>
      <vt:lpstr>Franklin Gothic Book</vt:lpstr>
      <vt:lpstr>Wingdings</vt:lpstr>
      <vt:lpstr>Custom</vt:lpstr>
      <vt:lpstr>The Linux File System Hierarchy</vt:lpstr>
      <vt:lpstr>INDEX</vt:lpstr>
      <vt:lpstr>Why is "Everything a File" in Linux?</vt:lpstr>
      <vt:lpstr>Types of Files in Linux?</vt:lpstr>
      <vt:lpstr>How to check File Type</vt:lpstr>
      <vt:lpstr>Note : c,b,s are representing system files and mostly used by super user.</vt:lpstr>
      <vt:lpstr>File System Navigation Commands</vt:lpstr>
      <vt:lpstr>Linux File System Hierarchy</vt:lpstr>
      <vt:lpstr>PowerPoint Presentation</vt:lpstr>
      <vt:lpstr>PowerPoint Presentation</vt:lpstr>
      <vt:lpstr>Linux File Hierarchy Structure</vt:lpstr>
      <vt:lpstr>Basic Linux Commands</vt:lpstr>
      <vt:lpstr>Navigation &amp; Directory Management</vt:lpstr>
      <vt:lpstr>File Operations</vt:lpstr>
      <vt:lpstr>Searching &amp; Text Processing</vt:lpstr>
      <vt:lpstr>Permissions &amp; System Basics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YOGESH N P</dc:creator>
  <cp:lastModifiedBy>YOGESH N P</cp:lastModifiedBy>
  <cp:revision>2</cp:revision>
  <dcterms:created xsi:type="dcterms:W3CDTF">2026-09-27T23:59:48Z</dcterms:created>
  <dcterms:modified xsi:type="dcterms:W3CDTF">2026-09-29T02:16:46Z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