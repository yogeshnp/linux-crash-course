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N P" userId="8f3b50bc46d0fa8d" providerId="LiveId" clId="{82C61581-93ED-4597-BD0C-197D45C18ADE}"/>
    <pc:docChg chg="undo custSel addSld delSld modSld sldOrd">
      <pc:chgData name="YOGESH N P" userId="8f3b50bc46d0fa8d" providerId="LiveId" clId="{82C61581-93ED-4597-BD0C-197D45C18ADE}" dt="2026-10-06T03:13:53.308" v="3620" actId="20577"/>
      <pc:docMkLst>
        <pc:docMk/>
      </pc:docMkLst>
      <pc:sldChg chg="modSp">
        <pc:chgData name="YOGESH N P" userId="8f3b50bc46d0fa8d" providerId="LiveId" clId="{82C61581-93ED-4597-BD0C-197D45C18ADE}" dt="2026-10-02T06:49:36.134" v="0"/>
        <pc:sldMkLst>
          <pc:docMk/>
          <pc:sldMk cId="4043737824" sldId="257"/>
        </pc:sldMkLst>
        <pc:spChg chg="mod">
          <ac:chgData name="YOGESH N P" userId="8f3b50bc46d0fa8d" providerId="LiveId" clId="{82C61581-93ED-4597-BD0C-197D45C18ADE}" dt="2026-10-02T06:49:36.134" v="0"/>
          <ac:spMkLst>
            <pc:docMk/>
            <pc:sldMk cId="4043737824" sldId="257"/>
            <ac:spMk id="3" creationId="{A8E9CFF2-3777-4FF4-A759-8491175B0B7C}"/>
          </ac:spMkLst>
        </pc:spChg>
      </pc:sldChg>
      <pc:sldChg chg="addSp delSp modSp mod">
        <pc:chgData name="YOGESH N P" userId="8f3b50bc46d0fa8d" providerId="LiveId" clId="{82C61581-93ED-4597-BD0C-197D45C18ADE}" dt="2026-10-06T03:13:53.308" v="3620" actId="20577"/>
        <pc:sldMkLst>
          <pc:docMk/>
          <pc:sldMk cId="1559541545" sldId="259"/>
        </pc:sldMkLst>
        <pc:spChg chg="mod">
          <ac:chgData name="YOGESH N P" userId="8f3b50bc46d0fa8d" providerId="LiveId" clId="{82C61581-93ED-4597-BD0C-197D45C18ADE}" dt="2026-10-06T03:13:53.308" v="3620" actId="20577"/>
          <ac:spMkLst>
            <pc:docMk/>
            <pc:sldMk cId="1559541545" sldId="259"/>
            <ac:spMk id="3" creationId="{E08002F4-F624-AA50-E49F-00B30A0E1CCC}"/>
          </ac:spMkLst>
        </pc:spChg>
        <pc:spChg chg="add del mod">
          <ac:chgData name="YOGESH N P" userId="8f3b50bc46d0fa8d" providerId="LiveId" clId="{82C61581-93ED-4597-BD0C-197D45C18ADE}" dt="2026-10-05T03:37:38.206" v="1817"/>
          <ac:spMkLst>
            <pc:docMk/>
            <pc:sldMk cId="1559541545" sldId="259"/>
            <ac:spMk id="4" creationId="{79BFB67A-C213-E871-0A72-A0B38D0261C9}"/>
          </ac:spMkLst>
        </pc:spChg>
      </pc:sldChg>
      <pc:sldChg chg="modSp new mod">
        <pc:chgData name="YOGESH N P" userId="8f3b50bc46d0fa8d" providerId="LiveId" clId="{82C61581-93ED-4597-BD0C-197D45C18ADE}" dt="2026-10-03T15:59:28.495" v="756" actId="113"/>
        <pc:sldMkLst>
          <pc:docMk/>
          <pc:sldMk cId="3636452871" sldId="260"/>
        </pc:sldMkLst>
        <pc:spChg chg="mod">
          <ac:chgData name="YOGESH N P" userId="8f3b50bc46d0fa8d" providerId="LiveId" clId="{82C61581-93ED-4597-BD0C-197D45C18ADE}" dt="2026-10-03T15:51:51.213" v="70" actId="20577"/>
          <ac:spMkLst>
            <pc:docMk/>
            <pc:sldMk cId="3636452871" sldId="260"/>
            <ac:spMk id="2" creationId="{6298FBDD-0482-9E3E-1CFE-C27A4BA0BD4B}"/>
          </ac:spMkLst>
        </pc:spChg>
        <pc:spChg chg="mod">
          <ac:chgData name="YOGESH N P" userId="8f3b50bc46d0fa8d" providerId="LiveId" clId="{82C61581-93ED-4597-BD0C-197D45C18ADE}" dt="2026-10-03T15:59:28.495" v="756" actId="113"/>
          <ac:spMkLst>
            <pc:docMk/>
            <pc:sldMk cId="3636452871" sldId="260"/>
            <ac:spMk id="3" creationId="{06756161-6965-3F49-5289-FF2026B2DBB4}"/>
          </ac:spMkLst>
        </pc:spChg>
      </pc:sldChg>
      <pc:sldChg chg="modSp new mod">
        <pc:chgData name="YOGESH N P" userId="8f3b50bc46d0fa8d" providerId="LiveId" clId="{82C61581-93ED-4597-BD0C-197D45C18ADE}" dt="2026-10-06T02:51:38.451" v="3015" actId="20577"/>
        <pc:sldMkLst>
          <pc:docMk/>
          <pc:sldMk cId="586446572" sldId="261"/>
        </pc:sldMkLst>
        <pc:spChg chg="mod">
          <ac:chgData name="YOGESH N P" userId="8f3b50bc46d0fa8d" providerId="LiveId" clId="{82C61581-93ED-4597-BD0C-197D45C18ADE}" dt="2026-10-03T16:01:06.821" v="784" actId="20577"/>
          <ac:spMkLst>
            <pc:docMk/>
            <pc:sldMk cId="586446572" sldId="261"/>
            <ac:spMk id="2" creationId="{0CF34AE5-D599-F140-6F55-FAE7623D5616}"/>
          </ac:spMkLst>
        </pc:spChg>
        <pc:spChg chg="mod">
          <ac:chgData name="YOGESH N P" userId="8f3b50bc46d0fa8d" providerId="LiveId" clId="{82C61581-93ED-4597-BD0C-197D45C18ADE}" dt="2026-10-06T02:51:38.451" v="3015" actId="20577"/>
          <ac:spMkLst>
            <pc:docMk/>
            <pc:sldMk cId="586446572" sldId="261"/>
            <ac:spMk id="3" creationId="{B5D6C252-41E7-AE90-2CA2-29FEA704E165}"/>
          </ac:spMkLst>
        </pc:spChg>
      </pc:sldChg>
      <pc:sldChg chg="addSp delSp modSp new mod ord">
        <pc:chgData name="YOGESH N P" userId="8f3b50bc46d0fa8d" providerId="LiveId" clId="{82C61581-93ED-4597-BD0C-197D45C18ADE}" dt="2026-10-05T02:54:28.491" v="941" actId="20577"/>
        <pc:sldMkLst>
          <pc:docMk/>
          <pc:sldMk cId="1852544833" sldId="262"/>
        </pc:sldMkLst>
        <pc:spChg chg="mod">
          <ac:chgData name="YOGESH N P" userId="8f3b50bc46d0fa8d" providerId="LiveId" clId="{82C61581-93ED-4597-BD0C-197D45C18ADE}" dt="2026-10-05T02:54:28.491" v="941" actId="20577"/>
          <ac:spMkLst>
            <pc:docMk/>
            <pc:sldMk cId="1852544833" sldId="262"/>
            <ac:spMk id="2" creationId="{633AB3BE-1523-AD73-71C2-9661764BDBDA}"/>
          </ac:spMkLst>
        </pc:spChg>
        <pc:spChg chg="del">
          <ac:chgData name="YOGESH N P" userId="8f3b50bc46d0fa8d" providerId="LiveId" clId="{82C61581-93ED-4597-BD0C-197D45C18ADE}" dt="2026-10-05T02:54:15.837" v="937" actId="931"/>
          <ac:spMkLst>
            <pc:docMk/>
            <pc:sldMk cId="1852544833" sldId="262"/>
            <ac:spMk id="3" creationId="{47037A61-657C-6132-D6DE-B8BD7E4A965D}"/>
          </ac:spMkLst>
        </pc:spChg>
        <pc:picChg chg="add mod ord">
          <ac:chgData name="YOGESH N P" userId="8f3b50bc46d0fa8d" providerId="LiveId" clId="{82C61581-93ED-4597-BD0C-197D45C18ADE}" dt="2026-10-05T02:54:15.837" v="937" actId="931"/>
          <ac:picMkLst>
            <pc:docMk/>
            <pc:sldMk cId="1852544833" sldId="262"/>
            <ac:picMk id="5" creationId="{D6C1251D-F1F5-C743-EA3E-41762C40BFC4}"/>
          </ac:picMkLst>
        </pc:picChg>
      </pc:sldChg>
      <pc:sldChg chg="modSp new mod">
        <pc:chgData name="YOGESH N P" userId="8f3b50bc46d0fa8d" providerId="LiveId" clId="{82C61581-93ED-4597-BD0C-197D45C18ADE}" dt="2026-10-06T02:51:46.758" v="3016" actId="20577"/>
        <pc:sldMkLst>
          <pc:docMk/>
          <pc:sldMk cId="253769594" sldId="263"/>
        </pc:sldMkLst>
        <pc:spChg chg="mod">
          <ac:chgData name="YOGESH N P" userId="8f3b50bc46d0fa8d" providerId="LiveId" clId="{82C61581-93ED-4597-BD0C-197D45C18ADE}" dt="2026-10-05T03:10:57.799" v="1464" actId="20577"/>
          <ac:spMkLst>
            <pc:docMk/>
            <pc:sldMk cId="253769594" sldId="263"/>
            <ac:spMk id="2" creationId="{8650D0C7-8313-13A4-A361-C6283D521E26}"/>
          </ac:spMkLst>
        </pc:spChg>
        <pc:spChg chg="mod">
          <ac:chgData name="YOGESH N P" userId="8f3b50bc46d0fa8d" providerId="LiveId" clId="{82C61581-93ED-4597-BD0C-197D45C18ADE}" dt="2026-10-06T02:51:46.758" v="3016" actId="20577"/>
          <ac:spMkLst>
            <pc:docMk/>
            <pc:sldMk cId="253769594" sldId="263"/>
            <ac:spMk id="3" creationId="{EEC1ACAF-DB96-1F1F-B84B-96BB60E3C557}"/>
          </ac:spMkLst>
        </pc:spChg>
      </pc:sldChg>
      <pc:sldChg chg="modSp new del mod">
        <pc:chgData name="YOGESH N P" userId="8f3b50bc46d0fa8d" providerId="LiveId" clId="{82C61581-93ED-4597-BD0C-197D45C18ADE}" dt="2026-10-05T03:37:41.374" v="1818" actId="47"/>
        <pc:sldMkLst>
          <pc:docMk/>
          <pc:sldMk cId="2071432484" sldId="264"/>
        </pc:sldMkLst>
        <pc:spChg chg="mod">
          <ac:chgData name="YOGESH N P" userId="8f3b50bc46d0fa8d" providerId="LiveId" clId="{82C61581-93ED-4597-BD0C-197D45C18ADE}" dt="2026-10-05T03:14:50.660" v="1655" actId="5793"/>
          <ac:spMkLst>
            <pc:docMk/>
            <pc:sldMk cId="2071432484" sldId="264"/>
            <ac:spMk id="2" creationId="{4BF7217F-F6E2-2F6B-236D-46BF73738DA9}"/>
          </ac:spMkLst>
        </pc:spChg>
      </pc:sldChg>
      <pc:sldChg chg="modSp new mod">
        <pc:chgData name="YOGESH N P" userId="8f3b50bc46d0fa8d" providerId="LiveId" clId="{82C61581-93ED-4597-BD0C-197D45C18ADE}" dt="2026-10-05T23:54:13.177" v="2276" actId="113"/>
        <pc:sldMkLst>
          <pc:docMk/>
          <pc:sldMk cId="2911756293" sldId="264"/>
        </pc:sldMkLst>
        <pc:spChg chg="mod">
          <ac:chgData name="YOGESH N P" userId="8f3b50bc46d0fa8d" providerId="LiveId" clId="{82C61581-93ED-4597-BD0C-197D45C18ADE}" dt="2026-10-05T11:38:10.798" v="1848" actId="20577"/>
          <ac:spMkLst>
            <pc:docMk/>
            <pc:sldMk cId="2911756293" sldId="264"/>
            <ac:spMk id="2" creationId="{288CE161-4225-209A-4C6A-0BDBD0066C94}"/>
          </ac:spMkLst>
        </pc:spChg>
        <pc:spChg chg="mod">
          <ac:chgData name="YOGESH N P" userId="8f3b50bc46d0fa8d" providerId="LiveId" clId="{82C61581-93ED-4597-BD0C-197D45C18ADE}" dt="2026-10-05T23:54:13.177" v="2276" actId="113"/>
          <ac:spMkLst>
            <pc:docMk/>
            <pc:sldMk cId="2911756293" sldId="264"/>
            <ac:spMk id="3" creationId="{E2A6C8D4-D0B0-3C98-93EB-744A3753B0DD}"/>
          </ac:spMkLst>
        </pc:spChg>
      </pc:sldChg>
      <pc:sldChg chg="modSp new mod">
        <pc:chgData name="YOGESH N P" userId="8f3b50bc46d0fa8d" providerId="LiveId" clId="{82C61581-93ED-4597-BD0C-197D45C18ADE}" dt="2026-10-06T01:34:57.597" v="2611" actId="113"/>
        <pc:sldMkLst>
          <pc:docMk/>
          <pc:sldMk cId="3683609303" sldId="265"/>
        </pc:sldMkLst>
        <pc:spChg chg="mod">
          <ac:chgData name="YOGESH N P" userId="8f3b50bc46d0fa8d" providerId="LiveId" clId="{82C61581-93ED-4597-BD0C-197D45C18ADE}" dt="2026-10-06T01:28:17.085" v="2315" actId="20577"/>
          <ac:spMkLst>
            <pc:docMk/>
            <pc:sldMk cId="3683609303" sldId="265"/>
            <ac:spMk id="2" creationId="{43019C29-3267-6FC1-0351-BCF44B2DAFB3}"/>
          </ac:spMkLst>
        </pc:spChg>
        <pc:spChg chg="mod">
          <ac:chgData name="YOGESH N P" userId="8f3b50bc46d0fa8d" providerId="LiveId" clId="{82C61581-93ED-4597-BD0C-197D45C18ADE}" dt="2026-10-06T01:34:57.597" v="2611" actId="113"/>
          <ac:spMkLst>
            <pc:docMk/>
            <pc:sldMk cId="3683609303" sldId="265"/>
            <ac:spMk id="3" creationId="{83CE8FD0-89B6-D9CE-A7AC-74F75720F382}"/>
          </ac:spMkLst>
        </pc:spChg>
      </pc:sldChg>
      <pc:sldChg chg="addSp delSp modSp new mod">
        <pc:chgData name="YOGESH N P" userId="8f3b50bc46d0fa8d" providerId="LiveId" clId="{82C61581-93ED-4597-BD0C-197D45C18ADE}" dt="2026-10-06T01:36:07.586" v="2619" actId="1076"/>
        <pc:sldMkLst>
          <pc:docMk/>
          <pc:sldMk cId="1536105421" sldId="266"/>
        </pc:sldMkLst>
        <pc:spChg chg="del">
          <ac:chgData name="YOGESH N P" userId="8f3b50bc46d0fa8d" providerId="LiveId" clId="{82C61581-93ED-4597-BD0C-197D45C18ADE}" dt="2026-10-06T01:35:34.975" v="2613" actId="931"/>
          <ac:spMkLst>
            <pc:docMk/>
            <pc:sldMk cId="1536105421" sldId="266"/>
            <ac:spMk id="3" creationId="{92989344-0EF2-8E19-E0F1-45511E532B68}"/>
          </ac:spMkLst>
        </pc:spChg>
        <pc:picChg chg="add mod ord">
          <ac:chgData name="YOGESH N P" userId="8f3b50bc46d0fa8d" providerId="LiveId" clId="{82C61581-93ED-4597-BD0C-197D45C18ADE}" dt="2026-10-06T01:36:07.586" v="2619" actId="1076"/>
          <ac:picMkLst>
            <pc:docMk/>
            <pc:sldMk cId="1536105421" sldId="266"/>
            <ac:picMk id="5" creationId="{83761B69-D6C6-9D6E-8695-B8CCDCE2AF1A}"/>
          </ac:picMkLst>
        </pc:picChg>
      </pc:sldChg>
      <pc:sldChg chg="addSp delSp modSp new mod">
        <pc:chgData name="YOGESH N P" userId="8f3b50bc46d0fa8d" providerId="LiveId" clId="{82C61581-93ED-4597-BD0C-197D45C18ADE}" dt="2026-10-06T02:48:09.138" v="2899" actId="20577"/>
        <pc:sldMkLst>
          <pc:docMk/>
          <pc:sldMk cId="3375155822" sldId="267"/>
        </pc:sldMkLst>
        <pc:spChg chg="mod">
          <ac:chgData name="YOGESH N P" userId="8f3b50bc46d0fa8d" providerId="LiveId" clId="{82C61581-93ED-4597-BD0C-197D45C18ADE}" dt="2026-10-06T02:39:54.981" v="2694" actId="20577"/>
          <ac:spMkLst>
            <pc:docMk/>
            <pc:sldMk cId="3375155822" sldId="267"/>
            <ac:spMk id="2" creationId="{6FCF2BF5-1E21-30DF-8731-DF60AAFF3A97}"/>
          </ac:spMkLst>
        </pc:spChg>
        <pc:spChg chg="del">
          <ac:chgData name="YOGESH N P" userId="8f3b50bc46d0fa8d" providerId="LiveId" clId="{82C61581-93ED-4597-BD0C-197D45C18ADE}" dt="2026-10-06T02:40:43.124" v="2695" actId="3680"/>
          <ac:spMkLst>
            <pc:docMk/>
            <pc:sldMk cId="3375155822" sldId="267"/>
            <ac:spMk id="3" creationId="{28BC7B71-D4C1-5865-F7CF-EA63D4411693}"/>
          </ac:spMkLst>
        </pc:spChg>
        <pc:graphicFrameChg chg="add mod ord modGraphic">
          <ac:chgData name="YOGESH N P" userId="8f3b50bc46d0fa8d" providerId="LiveId" clId="{82C61581-93ED-4597-BD0C-197D45C18ADE}" dt="2026-10-06T02:48:09.138" v="2899" actId="20577"/>
          <ac:graphicFrameMkLst>
            <pc:docMk/>
            <pc:sldMk cId="3375155822" sldId="267"/>
            <ac:graphicFrameMk id="4" creationId="{5B0FCB13-E3F6-DF74-1A89-77BF330BFE47}"/>
          </ac:graphicFrameMkLst>
        </pc:graphicFrameChg>
      </pc:sldChg>
      <pc:sldChg chg="addSp modSp new mod">
        <pc:chgData name="YOGESH N P" userId="8f3b50bc46d0fa8d" providerId="LiveId" clId="{82C61581-93ED-4597-BD0C-197D45C18ADE}" dt="2026-10-06T03:13:44.935" v="3615" actId="20577"/>
        <pc:sldMkLst>
          <pc:docMk/>
          <pc:sldMk cId="2879105390" sldId="268"/>
        </pc:sldMkLst>
        <pc:spChg chg="mod">
          <ac:chgData name="YOGESH N P" userId="8f3b50bc46d0fa8d" providerId="LiveId" clId="{82C61581-93ED-4597-BD0C-197D45C18ADE}" dt="2026-10-06T03:13:44.935" v="3615" actId="20577"/>
          <ac:spMkLst>
            <pc:docMk/>
            <pc:sldMk cId="2879105390" sldId="268"/>
            <ac:spMk id="2" creationId="{3A7BE37E-82D9-A564-14F1-5C916CE2178F}"/>
          </ac:spMkLst>
        </pc:spChg>
        <pc:spChg chg="mod">
          <ac:chgData name="YOGESH N P" userId="8f3b50bc46d0fa8d" providerId="LiveId" clId="{82C61581-93ED-4597-BD0C-197D45C18ADE}" dt="2026-10-06T03:04:17.045" v="3109" actId="5793"/>
          <ac:spMkLst>
            <pc:docMk/>
            <pc:sldMk cId="2879105390" sldId="268"/>
            <ac:spMk id="3" creationId="{4F6AB00A-E050-3901-CAC7-D74F0AF2FC69}"/>
          </ac:spMkLst>
        </pc:spChg>
        <pc:graphicFrameChg chg="add mod modGraphic">
          <ac:chgData name="YOGESH N P" userId="8f3b50bc46d0fa8d" providerId="LiveId" clId="{82C61581-93ED-4597-BD0C-197D45C18ADE}" dt="2026-10-06T03:12:16.962" v="3599" actId="113"/>
          <ac:graphicFrameMkLst>
            <pc:docMk/>
            <pc:sldMk cId="2879105390" sldId="268"/>
            <ac:graphicFrameMk id="4" creationId="{65283932-B867-3141-2BDE-22DD47290F93}"/>
          </ac:graphicFrameMkLst>
        </pc:graphicFrameChg>
      </pc:sldChg>
      <pc:sldChg chg="addSp delSp modSp new mod">
        <pc:chgData name="YOGESH N P" userId="8f3b50bc46d0fa8d" providerId="LiveId" clId="{82C61581-93ED-4597-BD0C-197D45C18ADE}" dt="2026-10-06T03:13:17.802" v="3608" actId="1076"/>
        <pc:sldMkLst>
          <pc:docMk/>
          <pc:sldMk cId="3312306540" sldId="269"/>
        </pc:sldMkLst>
        <pc:spChg chg="del">
          <ac:chgData name="YOGESH N P" userId="8f3b50bc46d0fa8d" providerId="LiveId" clId="{82C61581-93ED-4597-BD0C-197D45C18ADE}" dt="2026-10-06T03:12:40.543" v="3601" actId="931"/>
          <ac:spMkLst>
            <pc:docMk/>
            <pc:sldMk cId="3312306540" sldId="269"/>
            <ac:spMk id="3" creationId="{2024E3ED-58E0-CBA6-FD2A-FC1A31756C4C}"/>
          </ac:spMkLst>
        </pc:spChg>
        <pc:picChg chg="add mod ord">
          <ac:chgData name="YOGESH N P" userId="8f3b50bc46d0fa8d" providerId="LiveId" clId="{82C61581-93ED-4597-BD0C-197D45C18ADE}" dt="2026-10-06T03:13:17.802" v="3608" actId="1076"/>
          <ac:picMkLst>
            <pc:docMk/>
            <pc:sldMk cId="3312306540" sldId="269"/>
            <ac:picMk id="5" creationId="{1F94318B-0964-5ADC-7F6F-14DE2D2353B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fo.org/mkdir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fo.org/rmdir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fo.org/rm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Working with Directories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/>
              <a:t>MODULE 1: GETTING STARTED &amp; NAVIGATING THE SYSTEM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2062-72CD-72EC-5B6D-4B4DE06F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002F4-F624-AA50-E49F-00B30A0E1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Directory Management in Linux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Concept of spaces in Linux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Creating Directories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Removing Directories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rm command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Wildcards in Linux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Various options with rm command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Absolute vs </a:t>
            </a:r>
            <a:r>
              <a:rPr lang="en-IN"/>
              <a:t>Relative Path </a:t>
            </a:r>
            <a:r>
              <a:rPr lang="en-IN" dirty="0"/>
              <a:t>in Linux</a:t>
            </a:r>
          </a:p>
        </p:txBody>
      </p:sp>
    </p:spTree>
    <p:extLst>
      <p:ext uri="{BB962C8B-B14F-4D97-AF65-F5344CB8AC3E}">
        <p14:creationId xmlns:p14="http://schemas.microsoft.com/office/powerpoint/2010/main" val="155954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FBDD-0482-9E3E-1CFE-C27A4BA0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Directory Management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6161-6965-3F49-5289-FF2026B2D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Directories in Linux are special types of files that store metadata </a:t>
            </a:r>
            <a:r>
              <a:rPr lang="en-US" dirty="0"/>
              <a:t>mappings to other files and directories, organizing the filesystem in a hierarchical structure.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Directories act as containers for files and subdirectories.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root directory </a:t>
            </a:r>
            <a:r>
              <a:rPr lang="en-US" b="1" dirty="0"/>
              <a:t>(/)</a:t>
            </a:r>
            <a:r>
              <a:rPr lang="en-US" dirty="0"/>
              <a:t> is the </a:t>
            </a:r>
            <a:r>
              <a:rPr lang="en-US" b="1" dirty="0"/>
              <a:t>top-level directory </a:t>
            </a:r>
            <a:r>
              <a:rPr lang="en-US" dirty="0"/>
              <a:t>in Linux.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Special directories like . (current directory) and .. (parent directory) are used for navigation.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Each directory can contain multiple files and subdirectories.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In Linux, Managing directories is primarily done through the command-line interface.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core operations involve </a:t>
            </a:r>
            <a:r>
              <a:rPr lang="en-US" b="1" dirty="0"/>
              <a:t>navigating, listing, creating, moving,</a:t>
            </a:r>
            <a:r>
              <a:rPr lang="en-US" dirty="0"/>
              <a:t> and </a:t>
            </a:r>
            <a:r>
              <a:rPr lang="en-US" b="1" dirty="0"/>
              <a:t>deleting directories</a:t>
            </a:r>
            <a:r>
              <a:rPr lang="en-US" dirty="0"/>
              <a:t> using a set of standard utilities. </a:t>
            </a:r>
          </a:p>
        </p:txBody>
      </p:sp>
    </p:spTree>
    <p:extLst>
      <p:ext uri="{BB962C8B-B14F-4D97-AF65-F5344CB8AC3E}">
        <p14:creationId xmlns:p14="http://schemas.microsoft.com/office/powerpoint/2010/main" val="363645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B3BE-1523-AD73-71C2-9661764B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 of Spaces in Linux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C1251D-F1F5-C743-EA3E-41762C40B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572" y="2108200"/>
            <a:ext cx="5641182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4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34AE5-D599-F140-6F55-FAE7623D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Directories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6C252-41E7-AE90-2CA2-29FEA704E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The </a:t>
            </a:r>
            <a:r>
              <a:rPr lang="en-IN" i="1" dirty="0" err="1">
                <a:hlinkClick r:id="rId2"/>
              </a:rPr>
              <a:t>mkdir</a:t>
            </a:r>
            <a:r>
              <a:rPr lang="en-IN" dirty="0"/>
              <a:t> command is </a:t>
            </a:r>
            <a:r>
              <a:rPr lang="en-IN" dirty="0" err="1"/>
              <a:t>is</a:t>
            </a:r>
            <a:r>
              <a:rPr lang="en-IN" dirty="0"/>
              <a:t> used to create new directories (which are also referred to as </a:t>
            </a:r>
            <a:r>
              <a:rPr lang="en-IN" i="1" dirty="0"/>
              <a:t>folders</a:t>
            </a:r>
            <a:r>
              <a:rPr lang="en-IN" dirty="0"/>
              <a:t> in some operating systems). Its syntax is</a:t>
            </a:r>
          </a:p>
          <a:p>
            <a:pPr marL="0" indent="0">
              <a:buNone/>
            </a:pPr>
            <a:r>
              <a:rPr lang="en-IN" b="1" dirty="0" err="1"/>
              <a:t>mkdir</a:t>
            </a:r>
            <a:r>
              <a:rPr lang="en-IN" b="1" dirty="0"/>
              <a:t> [option] </a:t>
            </a:r>
            <a:r>
              <a:rPr lang="en-IN" b="1" dirty="0" err="1"/>
              <a:t>directory_name</a:t>
            </a:r>
            <a:r>
              <a:rPr lang="en-IN" b="1" dirty="0"/>
              <a:t>(s)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To create multiple directories – </a:t>
            </a:r>
            <a:r>
              <a:rPr lang="en-IN" b="1" dirty="0" err="1"/>
              <a:t>mkdir</a:t>
            </a:r>
            <a:r>
              <a:rPr lang="en-IN" b="1" dirty="0"/>
              <a:t> dir1 dir2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To create dir3 directly make sure dir1, dir2 available – </a:t>
            </a:r>
            <a:r>
              <a:rPr lang="en-IN" b="1" dirty="0" err="1"/>
              <a:t>mkdir</a:t>
            </a:r>
            <a:r>
              <a:rPr lang="en-IN" b="1" dirty="0"/>
              <a:t> dir1/dir2/dir3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To create a directories in the specified path – </a:t>
            </a:r>
            <a:r>
              <a:rPr lang="en-IN" b="1" dirty="0" err="1"/>
              <a:t>mkdir</a:t>
            </a:r>
            <a:r>
              <a:rPr lang="en-IN" b="1" dirty="0"/>
              <a:t> –p dir1/dir2/dir3</a:t>
            </a:r>
          </a:p>
          <a:p>
            <a:pPr marL="0" indent="0">
              <a:buNone/>
            </a:pPr>
            <a:endParaRPr lang="en-IN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/>
              <a:t> - p </a:t>
            </a:r>
            <a:r>
              <a:rPr lang="en-IN" dirty="0"/>
              <a:t>means path of directories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/>
              <a:t> dir1</a:t>
            </a:r>
            <a:r>
              <a:rPr lang="en-IN" dirty="0"/>
              <a:t> will be created. In that </a:t>
            </a:r>
            <a:r>
              <a:rPr lang="en-IN" b="1" dirty="0"/>
              <a:t>dir2</a:t>
            </a:r>
            <a:r>
              <a:rPr lang="en-IN" dirty="0"/>
              <a:t> will be created &amp; within that </a:t>
            </a:r>
            <a:r>
              <a:rPr lang="en-IN" b="1" dirty="0"/>
              <a:t>dir3</a:t>
            </a:r>
            <a:r>
              <a:rPr lang="en-IN" dirty="0"/>
              <a:t> will be created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The most common use of </a:t>
            </a:r>
            <a:r>
              <a:rPr lang="en-IN" b="1" dirty="0"/>
              <a:t>–p </a:t>
            </a:r>
            <a:r>
              <a:rPr lang="en-IN" dirty="0"/>
              <a:t>in the Linux terminal is with </a:t>
            </a:r>
            <a:r>
              <a:rPr lang="en-IN" b="1" dirty="0" err="1"/>
              <a:t>mkdir</a:t>
            </a:r>
            <a:r>
              <a:rPr lang="en-IN" dirty="0"/>
              <a:t>. It creates a directory path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58644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D0C7-8313-13A4-A361-C6283D52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accent1"/>
              </a:buClr>
              <a:buSzPct val="100000"/>
            </a:pPr>
            <a:r>
              <a:rPr lang="en-IN" dirty="0"/>
              <a:t>Removing Directories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1ACAF-DB96-1F1F-B84B-96BB60E3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The </a:t>
            </a:r>
            <a:r>
              <a:rPr lang="en-IN" i="1" dirty="0" err="1">
                <a:hlinkClick r:id="rId2"/>
              </a:rPr>
              <a:t>rmdir</a:t>
            </a:r>
            <a:r>
              <a:rPr lang="en-IN" dirty="0"/>
              <a:t> command provides another way to remove empty directories. Its syntax is:</a:t>
            </a:r>
          </a:p>
          <a:p>
            <a:pPr marL="0" indent="0">
              <a:buNone/>
            </a:pPr>
            <a:r>
              <a:rPr lang="en-IN" b="1" dirty="0" err="1"/>
              <a:t>rmdir</a:t>
            </a:r>
            <a:r>
              <a:rPr lang="en-IN" b="1" dirty="0"/>
              <a:t> [option] </a:t>
            </a:r>
            <a:r>
              <a:rPr lang="en-IN" b="1" dirty="0" err="1"/>
              <a:t>directory_name</a:t>
            </a:r>
            <a:r>
              <a:rPr lang="en-IN" b="1" dirty="0"/>
              <a:t>(s)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Note: We cannot use </a:t>
            </a:r>
            <a:r>
              <a:rPr lang="en-IN" b="1" dirty="0" err="1"/>
              <a:t>rmdir</a:t>
            </a:r>
            <a:r>
              <a:rPr lang="en-IN" b="1" dirty="0"/>
              <a:t> for files. If the directory is not empty, then we will get an error.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</a:t>
            </a:r>
            <a:r>
              <a:rPr lang="en-IN" dirty="0"/>
              <a:t>To remove multiple empty directories,</a:t>
            </a:r>
          </a:p>
          <a:p>
            <a:pPr marL="0" indent="0">
              <a:buNone/>
            </a:pPr>
            <a:r>
              <a:rPr lang="en-IN" b="1" dirty="0" err="1"/>
              <a:t>rmdir</a:t>
            </a:r>
            <a:r>
              <a:rPr lang="en-IN" b="1" dirty="0"/>
              <a:t> dir1 dir2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769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E161-4225-209A-4C6A-0BDBD006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rm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C8D4-D0B0-3C98-93EB-744A3753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The </a:t>
            </a:r>
            <a:r>
              <a:rPr lang="en-IN" i="1" dirty="0">
                <a:hlinkClick r:id="rId2"/>
              </a:rPr>
              <a:t>rm</a:t>
            </a:r>
            <a:r>
              <a:rPr lang="en-IN" dirty="0"/>
              <a:t> command is often the most efficient way to remove files and directories. Its syntax is</a:t>
            </a:r>
          </a:p>
          <a:p>
            <a:pPr marL="0" indent="0">
              <a:buNone/>
            </a:pPr>
            <a:r>
              <a:rPr lang="en-IN" b="1" dirty="0"/>
              <a:t>rm [option] </a:t>
            </a:r>
            <a:r>
              <a:rPr lang="en-IN" b="1" dirty="0" err="1"/>
              <a:t>file_name</a:t>
            </a:r>
            <a:r>
              <a:rPr lang="en-IN" b="1" dirty="0"/>
              <a:t>(s)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</a:t>
            </a:r>
            <a:r>
              <a:rPr lang="en-IN" dirty="0"/>
              <a:t>To delete file1, the following command would be used:</a:t>
            </a:r>
          </a:p>
          <a:p>
            <a:pPr marL="0" indent="0">
              <a:buNone/>
            </a:pPr>
            <a:r>
              <a:rPr lang="en-IN" b="1" dirty="0"/>
              <a:t>rm file1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</a:t>
            </a:r>
            <a:r>
              <a:rPr lang="en-IN" dirty="0"/>
              <a:t>To delete both file2 and file3, the following command would be,</a:t>
            </a:r>
          </a:p>
          <a:p>
            <a:pPr marL="0" indent="0">
              <a:buNone/>
            </a:pPr>
            <a:r>
              <a:rPr lang="en-IN" b="1" dirty="0"/>
              <a:t>rm file2 file3</a:t>
            </a:r>
          </a:p>
          <a:p>
            <a:pPr marL="0" indent="0">
              <a:buNone/>
            </a:pPr>
            <a:r>
              <a:rPr lang="en-IN" dirty="0"/>
              <a:t>This can be tedious if it desired to delete a large number of files, such as all files within a directory. A much more efficient (but also more dangerous) way to do this is to use </a:t>
            </a:r>
            <a:r>
              <a:rPr lang="en-IN" b="1" dirty="0"/>
              <a:t>wildcards</a:t>
            </a:r>
            <a:r>
              <a:rPr lang="en-IN" dirty="0"/>
              <a:t>, which can be used to represent anything.</a:t>
            </a:r>
          </a:p>
        </p:txBody>
      </p:sp>
    </p:spTree>
    <p:extLst>
      <p:ext uri="{BB962C8B-B14F-4D97-AF65-F5344CB8AC3E}">
        <p14:creationId xmlns:p14="http://schemas.microsoft.com/office/powerpoint/2010/main" val="2911756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9C29-3267-6FC1-0351-BCF44B2D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Wildcards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E8FD0-89B6-D9CE-A7AC-74F75720F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In Linux, wildcards (also known as </a:t>
            </a:r>
            <a:r>
              <a:rPr lang="en-IN" b="1" dirty="0" err="1"/>
              <a:t>globbing</a:t>
            </a:r>
            <a:r>
              <a:rPr lang="en-IN" b="1" dirty="0"/>
              <a:t> patterns</a:t>
            </a:r>
            <a:r>
              <a:rPr lang="en-IN" dirty="0"/>
              <a:t>) allow </a:t>
            </a:r>
            <a:r>
              <a:rPr lang="en-US" dirty="0"/>
              <a:t>you to target multiple files or directories at once based on character patterns rather than typing every filename individually.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Crucially, the </a:t>
            </a:r>
            <a:r>
              <a:rPr lang="en-US" b="1" dirty="0"/>
              <a:t>rm</a:t>
            </a:r>
            <a:r>
              <a:rPr lang="en-US" dirty="0"/>
              <a:t> command itself </a:t>
            </a:r>
            <a:r>
              <a:rPr lang="en-US" b="1" dirty="0"/>
              <a:t>does not process wildcards</a:t>
            </a:r>
            <a:r>
              <a:rPr lang="en-US" dirty="0"/>
              <a:t>. Instead, your Linux shell (like Bash or </a:t>
            </a:r>
            <a:r>
              <a:rPr lang="en-US" dirty="0" err="1"/>
              <a:t>Zsh</a:t>
            </a:r>
            <a:r>
              <a:rPr lang="en-US" dirty="0"/>
              <a:t>) automatically expands the wildcard pattern into a complete list of matching filenames before passing them to rm</a:t>
            </a:r>
          </a:p>
          <a:p>
            <a:pPr marL="0" indent="0">
              <a:buNone/>
            </a:pPr>
            <a:r>
              <a:rPr lang="en-US" b="1" dirty="0"/>
              <a:t>Common Wildcards Used:</a:t>
            </a:r>
          </a:p>
          <a:p>
            <a:pPr marL="457200" indent="-457200">
              <a:buAutoNum type="arabicPeriod"/>
            </a:pPr>
            <a:r>
              <a:rPr lang="en-US" b="1" dirty="0"/>
              <a:t>The Asterisk (*)</a:t>
            </a:r>
            <a:r>
              <a:rPr lang="en-US" dirty="0"/>
              <a:t> – Matches Zero or More Characters</a:t>
            </a:r>
          </a:p>
          <a:p>
            <a:pPr marL="457200" indent="-457200">
              <a:buAutoNum type="arabicPeriod"/>
            </a:pPr>
            <a:r>
              <a:rPr lang="en-US" b="1" dirty="0"/>
              <a:t>The Question Mark (?)</a:t>
            </a:r>
            <a:r>
              <a:rPr lang="en-US" dirty="0"/>
              <a:t> – Matches Exactly One Character</a:t>
            </a:r>
          </a:p>
          <a:p>
            <a:pPr marL="457200" indent="-457200">
              <a:buAutoNum type="arabicPeriod"/>
            </a:pPr>
            <a:r>
              <a:rPr lang="en-US" b="1" dirty="0"/>
              <a:t>Square Brackets ([])</a:t>
            </a:r>
            <a:r>
              <a:rPr lang="en-US" dirty="0"/>
              <a:t> – Matches a Defined Character 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609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DAF0-E10B-94B3-C386-67C07B7C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761B69-D6C6-9D6E-8695-B8CCDCE2A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19" y="171100"/>
            <a:ext cx="10196362" cy="595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0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2BF5-1E21-30DF-8731-DF60AAFF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Various options with rm </a:t>
            </a:r>
            <a:r>
              <a:rPr lang="en-IN" dirty="0" err="1"/>
              <a:t>cmd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0FCB13-E3F6-DF74-1A89-77BF330BFE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911286"/>
              </p:ext>
            </p:extLst>
          </p:nvPr>
        </p:nvGraphicFramePr>
        <p:xfrm>
          <a:off x="1096963" y="2108200"/>
          <a:ext cx="100584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715">
                  <a:extLst>
                    <a:ext uri="{9D8B030D-6E8A-4147-A177-3AD203B41FA5}">
                      <a16:colId xmlns:a16="http://schemas.microsoft.com/office/drawing/2014/main" val="1201534018"/>
                    </a:ext>
                  </a:extLst>
                </a:gridCol>
                <a:gridCol w="2079057">
                  <a:extLst>
                    <a:ext uri="{9D8B030D-6E8A-4147-A177-3AD203B41FA5}">
                      <a16:colId xmlns:a16="http://schemas.microsoft.com/office/drawing/2014/main" val="2633537169"/>
                    </a:ext>
                  </a:extLst>
                </a:gridCol>
                <a:gridCol w="4976261">
                  <a:extLst>
                    <a:ext uri="{9D8B030D-6E8A-4147-A177-3AD203B41FA5}">
                      <a16:colId xmlns:a16="http://schemas.microsoft.com/office/drawing/2014/main" val="490888993"/>
                    </a:ext>
                  </a:extLst>
                </a:gridCol>
                <a:gridCol w="2165367">
                  <a:extLst>
                    <a:ext uri="{9D8B030D-6E8A-4147-A177-3AD203B41FA5}">
                      <a16:colId xmlns:a16="http://schemas.microsoft.com/office/drawing/2014/main" val="1483652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Long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92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--force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Ignores nonexistent files and never prompts for confirmation, even if a file is write-protected.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 -f abc.txt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606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  <a:r>
                        <a:rPr lang="en-IN" dirty="0" err="1"/>
                        <a:t>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--interactive=always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Prompts for confirmation before deleting every single file.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 -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 abc.txt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14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--interactive=once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Prompts only once before deleting more than three files, or when deleting recursively.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 -I *.log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77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-r (or) -R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--recursive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directories and all of their contents (subfolders and files) recursively.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 -r test/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05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--</a:t>
                      </a:r>
                      <a:r>
                        <a:rPr lang="en-IN" dirty="0" err="1"/>
                        <a:t>dir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empty directories only (similar to </a:t>
                      </a:r>
                      <a:r>
                        <a:rPr lang="en-US" dirty="0" err="1"/>
                        <a:t>rmdir</a:t>
                      </a:r>
                      <a:r>
                        <a:rPr lang="en-US" dirty="0"/>
                        <a:t>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 -d dev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19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--verbose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Explains what is being done, printing the name of each file as it is deleted.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 -v </a:t>
                      </a:r>
                      <a:r>
                        <a:rPr lang="en-IN" dirty="0" err="1"/>
                        <a:t>cache.tmp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320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155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E37E-82D9-A564-14F1-5C916CE2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accent1"/>
              </a:buClr>
              <a:buSzPct val="100000"/>
            </a:pPr>
            <a:r>
              <a:rPr lang="en-IN" dirty="0"/>
              <a:t>Absolute vs Relative Path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AB00A-E050-3901-CAC7-D74F0AF2F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The primary difference between </a:t>
            </a:r>
            <a:r>
              <a:rPr lang="en-US" dirty="0"/>
              <a:t>an absolute and a relative path in Linux is their starting point: an </a:t>
            </a:r>
            <a:r>
              <a:rPr lang="en-US" b="1" dirty="0"/>
              <a:t>absolute path </a:t>
            </a:r>
            <a:r>
              <a:rPr lang="en-US" dirty="0"/>
              <a:t>always starts from </a:t>
            </a:r>
            <a:r>
              <a:rPr lang="en-US" b="1" dirty="0"/>
              <a:t>the root directory (/)</a:t>
            </a:r>
            <a:r>
              <a:rPr lang="en-US" dirty="0"/>
              <a:t>, while a </a:t>
            </a:r>
            <a:r>
              <a:rPr lang="en-US" b="1" dirty="0"/>
              <a:t>relative path </a:t>
            </a:r>
            <a:r>
              <a:rPr lang="en-US" dirty="0"/>
              <a:t>starts from your </a:t>
            </a:r>
            <a:r>
              <a:rPr lang="en-US" b="1" dirty="0"/>
              <a:t>current working directory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283932-B867-3141-2BDE-22DD47290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95528"/>
              </p:ext>
            </p:extLst>
          </p:nvPr>
        </p:nvGraphicFramePr>
        <p:xfrm>
          <a:off x="1097280" y="3308773"/>
          <a:ext cx="10058400" cy="2826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438">
                  <a:extLst>
                    <a:ext uri="{9D8B030D-6E8A-4147-A177-3AD203B41FA5}">
                      <a16:colId xmlns:a16="http://schemas.microsoft.com/office/drawing/2014/main" val="2445507407"/>
                    </a:ext>
                  </a:extLst>
                </a:gridCol>
                <a:gridCol w="3984859">
                  <a:extLst>
                    <a:ext uri="{9D8B030D-6E8A-4147-A177-3AD203B41FA5}">
                      <a16:colId xmlns:a16="http://schemas.microsoft.com/office/drawing/2014/main" val="510792245"/>
                    </a:ext>
                  </a:extLst>
                </a:gridCol>
                <a:gridCol w="3773103">
                  <a:extLst>
                    <a:ext uri="{9D8B030D-6E8A-4147-A177-3AD203B41FA5}">
                      <a16:colId xmlns:a16="http://schemas.microsoft.com/office/drawing/2014/main" val="1402406866"/>
                    </a:ext>
                  </a:extLst>
                </a:gridCol>
              </a:tblGrid>
              <a:tr h="337174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Absolute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Relative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134267"/>
                  </a:ext>
                </a:extLst>
              </a:tr>
              <a:tr h="590054">
                <a:tc>
                  <a:txBody>
                    <a:bodyPr/>
                    <a:lstStyle/>
                    <a:p>
                      <a:r>
                        <a:rPr lang="en-IN" b="1" dirty="0"/>
                        <a:t>Starting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system root directory (/)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Your current working directory (</a:t>
                      </a:r>
                      <a:r>
                        <a:rPr lang="en-IN" dirty="0" err="1"/>
                        <a:t>pwd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55532"/>
                  </a:ext>
                </a:extLst>
              </a:tr>
              <a:tr h="590054">
                <a:tc>
                  <a:txBody>
                    <a:bodyPr/>
                    <a:lstStyle/>
                    <a:p>
                      <a:r>
                        <a:rPr lang="en-IN" b="1" dirty="0"/>
                        <a:t>Syntax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Always begin with a forward slash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Never begins with a forward slash 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030616"/>
                  </a:ext>
                </a:extLst>
              </a:tr>
              <a:tr h="590054">
                <a:tc>
                  <a:txBody>
                    <a:bodyPr/>
                    <a:lstStyle/>
                    <a:p>
                      <a:r>
                        <a:rPr lang="en-IN" b="1" dirty="0"/>
                        <a:t>Location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Independent of where you currently 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Changes meaning depending where you 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835374"/>
                  </a:ext>
                </a:extLst>
              </a:tr>
              <a:tr h="590054">
                <a:tc>
                  <a:txBody>
                    <a:bodyPr/>
                    <a:lstStyle/>
                    <a:p>
                      <a:r>
                        <a:rPr lang="en-IN" b="1" dirty="0"/>
                        <a:t>Best Used for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System configurations, </a:t>
                      </a:r>
                      <a:r>
                        <a:rPr lang="en-IN" dirty="0" err="1"/>
                        <a:t>cron</a:t>
                      </a:r>
                      <a:r>
                        <a:rPr lang="en-IN" dirty="0"/>
                        <a:t> jobs, and automation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Interactive terminal navigation and portable code 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590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105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5B69-54A6-F0AD-522A-7C7F73AB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4318B-0964-5ADC-7F6F-14DE2D235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97" y="219226"/>
            <a:ext cx="10621006" cy="58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065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{AB16A9E5-85F5-46FD-8A78-9B9498A2BE81}TFf0a5ceae-4542-492d-822e-d65a94fb0e1e3b562c5a_win32-009a0557e699</Template>
  <TotalTime>1309</TotalTime>
  <Words>853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Bookman Old Style</vt:lpstr>
      <vt:lpstr>Calibri</vt:lpstr>
      <vt:lpstr>Franklin Gothic Book</vt:lpstr>
      <vt:lpstr>Wingdings</vt:lpstr>
      <vt:lpstr>Custom</vt:lpstr>
      <vt:lpstr>Working with Directories</vt:lpstr>
      <vt:lpstr>INDEX</vt:lpstr>
      <vt:lpstr>Directory Management in Linux</vt:lpstr>
      <vt:lpstr>Concept of Spaces in Linux</vt:lpstr>
      <vt:lpstr>Creating Directories </vt:lpstr>
      <vt:lpstr>Removing Directories</vt:lpstr>
      <vt:lpstr>rm command</vt:lpstr>
      <vt:lpstr>Wildcards in Linux</vt:lpstr>
      <vt:lpstr>PowerPoint Presentation</vt:lpstr>
      <vt:lpstr>Various options with rm cmd</vt:lpstr>
      <vt:lpstr>Absolute vs Relative Path in Linux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N P</dc:creator>
  <cp:lastModifiedBy>YOGESH N P</cp:lastModifiedBy>
  <cp:revision>1</cp:revision>
  <dcterms:created xsi:type="dcterms:W3CDTF">2026-10-02T06:32:39Z</dcterms:created>
  <dcterms:modified xsi:type="dcterms:W3CDTF">2026-10-06T03:13:54Z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