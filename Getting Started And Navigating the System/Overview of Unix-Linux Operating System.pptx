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N P" userId="8f3b50bc46d0fa8d" providerId="LiveId" clId="{82C61581-93ED-4597-BD0C-197D45C18ADE}"/>
    <pc:docChg chg="undo custSel addSld delSld modSld">
      <pc:chgData name="YOGESH N P" userId="8f3b50bc46d0fa8d" providerId="LiveId" clId="{82C61581-93ED-4597-BD0C-197D45C18ADE}" dt="2026-09-28T00:07:05.279" v="2689" actId="5793"/>
      <pc:docMkLst>
        <pc:docMk/>
      </pc:docMkLst>
      <pc:sldChg chg="modSp mod">
        <pc:chgData name="YOGESH N P" userId="8f3b50bc46d0fa8d" providerId="LiveId" clId="{82C61581-93ED-4597-BD0C-197D45C18ADE}" dt="2026-09-28T00:06:47.725" v="2687" actId="20577"/>
        <pc:sldMkLst>
          <pc:docMk/>
          <pc:sldMk cId="4043737824" sldId="257"/>
        </pc:sldMkLst>
        <pc:spChg chg="mod">
          <ac:chgData name="YOGESH N P" userId="8f3b50bc46d0fa8d" providerId="LiveId" clId="{82C61581-93ED-4597-BD0C-197D45C18ADE}" dt="2026-09-28T00:06:47.725" v="2687" actId="20577"/>
          <ac:spMkLst>
            <pc:docMk/>
            <pc:sldMk cId="4043737824" sldId="257"/>
            <ac:spMk id="2" creationId="{78FD68DA-43BA-4508-8DE2-BA9BB7B2FA5B}"/>
          </ac:spMkLst>
        </pc:spChg>
        <pc:spChg chg="mod">
          <ac:chgData name="YOGESH N P" userId="8f3b50bc46d0fa8d" providerId="LiveId" clId="{82C61581-93ED-4597-BD0C-197D45C18ADE}" dt="2026-09-28T00:06:01.766" v="2625" actId="20577"/>
          <ac:spMkLst>
            <pc:docMk/>
            <pc:sldMk cId="4043737824" sldId="257"/>
            <ac:spMk id="3" creationId="{A8E9CFF2-3777-4FF4-A759-8491175B0B7C}"/>
          </ac:spMkLst>
        </pc:spChg>
      </pc:sldChg>
      <pc:sldChg chg="addSp delSp modSp mod">
        <pc:chgData name="YOGESH N P" userId="8f3b50bc46d0fa8d" providerId="LiveId" clId="{82C61581-93ED-4597-BD0C-197D45C18ADE}" dt="2026-09-28T00:04:48.661" v="2570" actId="20577"/>
        <pc:sldMkLst>
          <pc:docMk/>
          <pc:sldMk cId="2223685644" sldId="259"/>
        </pc:sldMkLst>
        <pc:spChg chg="mod">
          <ac:chgData name="YOGESH N P" userId="8f3b50bc46d0fa8d" providerId="LiveId" clId="{82C61581-93ED-4597-BD0C-197D45C18ADE}" dt="2026-09-28T00:04:48.661" v="2570" actId="20577"/>
          <ac:spMkLst>
            <pc:docMk/>
            <pc:sldMk cId="2223685644" sldId="259"/>
            <ac:spMk id="3" creationId="{C0432D34-C683-3E5B-535D-43538F7E61ED}"/>
          </ac:spMkLst>
        </pc:spChg>
        <pc:spChg chg="add del mod">
          <ac:chgData name="YOGESH N P" userId="8f3b50bc46d0fa8d" providerId="LiveId" clId="{82C61581-93ED-4597-BD0C-197D45C18ADE}" dt="2026-09-27T23:58:40.339" v="2257" actId="767"/>
          <ac:spMkLst>
            <pc:docMk/>
            <pc:sldMk cId="2223685644" sldId="259"/>
            <ac:spMk id="4" creationId="{C373E348-7B97-CBFA-9926-F35538E202D3}"/>
          </ac:spMkLst>
        </pc:spChg>
      </pc:sldChg>
      <pc:sldChg chg="modSp mod">
        <pc:chgData name="YOGESH N P" userId="8f3b50bc46d0fa8d" providerId="LiveId" clId="{82C61581-93ED-4597-BD0C-197D45C18ADE}" dt="2026-09-28T00:06:55.095" v="2688" actId="5793"/>
        <pc:sldMkLst>
          <pc:docMk/>
          <pc:sldMk cId="3870239622" sldId="260"/>
        </pc:sldMkLst>
        <pc:spChg chg="mod">
          <ac:chgData name="YOGESH N P" userId="8f3b50bc46d0fa8d" providerId="LiveId" clId="{82C61581-93ED-4597-BD0C-197D45C18ADE}" dt="2026-09-28T00:06:55.095" v="2688" actId="5793"/>
          <ac:spMkLst>
            <pc:docMk/>
            <pc:sldMk cId="3870239622" sldId="260"/>
            <ac:spMk id="2" creationId="{64F793A1-73F0-8E3F-0B02-AA5BD7072627}"/>
          </ac:spMkLst>
        </pc:spChg>
      </pc:sldChg>
      <pc:sldChg chg="modSp mod">
        <pc:chgData name="YOGESH N P" userId="8f3b50bc46d0fa8d" providerId="LiveId" clId="{82C61581-93ED-4597-BD0C-197D45C18ADE}" dt="2026-09-28T00:07:05.279" v="2689" actId="5793"/>
        <pc:sldMkLst>
          <pc:docMk/>
          <pc:sldMk cId="293127720" sldId="262"/>
        </pc:sldMkLst>
        <pc:spChg chg="mod">
          <ac:chgData name="YOGESH N P" userId="8f3b50bc46d0fa8d" providerId="LiveId" clId="{82C61581-93ED-4597-BD0C-197D45C18ADE}" dt="2026-09-28T00:07:05.279" v="2689" actId="5793"/>
          <ac:spMkLst>
            <pc:docMk/>
            <pc:sldMk cId="293127720" sldId="262"/>
            <ac:spMk id="2" creationId="{76DDF6F2-86AE-F467-5BCB-8401F44512A0}"/>
          </ac:spMkLst>
        </pc:spChg>
      </pc:sldChg>
      <pc:sldChg chg="addSp modSp add mod">
        <pc:chgData name="YOGESH N P" userId="8f3b50bc46d0fa8d" providerId="LiveId" clId="{82C61581-93ED-4597-BD0C-197D45C18ADE}" dt="2026-09-24T22:32:58.352" v="166" actId="113"/>
        <pc:sldMkLst>
          <pc:docMk/>
          <pc:sldMk cId="2083193180" sldId="266"/>
        </pc:sldMkLst>
        <pc:spChg chg="mod">
          <ac:chgData name="YOGESH N P" userId="8f3b50bc46d0fa8d" providerId="LiveId" clId="{82C61581-93ED-4597-BD0C-197D45C18ADE}" dt="2026-09-24T22:26:34.055" v="2" actId="5793"/>
          <ac:spMkLst>
            <pc:docMk/>
            <pc:sldMk cId="2083193180" sldId="266"/>
            <ac:spMk id="2" creationId="{DBC2A434-5EBC-66B7-D0E5-6C756086F343}"/>
          </ac:spMkLst>
        </pc:spChg>
        <pc:spChg chg="mod">
          <ac:chgData name="YOGESH N P" userId="8f3b50bc46d0fa8d" providerId="LiveId" clId="{82C61581-93ED-4597-BD0C-197D45C18ADE}" dt="2026-09-24T22:32:58.352" v="166" actId="113"/>
          <ac:spMkLst>
            <pc:docMk/>
            <pc:sldMk cId="2083193180" sldId="266"/>
            <ac:spMk id="3" creationId="{D642FA7F-AA13-16FE-9A6A-71CB423FD898}"/>
          </ac:spMkLst>
        </pc:spChg>
        <pc:picChg chg="add mod">
          <ac:chgData name="YOGESH N P" userId="8f3b50bc46d0fa8d" providerId="LiveId" clId="{82C61581-93ED-4597-BD0C-197D45C18ADE}" dt="2026-09-24T22:31:12.608" v="35" actId="1076"/>
          <ac:picMkLst>
            <pc:docMk/>
            <pc:sldMk cId="2083193180" sldId="266"/>
            <ac:picMk id="5" creationId="{6A41EA9B-E275-4ECD-60A1-34966FF9BD06}"/>
          </ac:picMkLst>
        </pc:picChg>
      </pc:sldChg>
      <pc:sldChg chg="addSp delSp modSp new mod">
        <pc:chgData name="YOGESH N P" userId="8f3b50bc46d0fa8d" providerId="LiveId" clId="{82C61581-93ED-4597-BD0C-197D45C18ADE}" dt="2026-09-25T02:44:20.924" v="506"/>
        <pc:sldMkLst>
          <pc:docMk/>
          <pc:sldMk cId="1748316126" sldId="267"/>
        </pc:sldMkLst>
        <pc:spChg chg="mod">
          <ac:chgData name="YOGESH N P" userId="8f3b50bc46d0fa8d" providerId="LiveId" clId="{82C61581-93ED-4597-BD0C-197D45C18ADE}" dt="2026-09-25T02:37:29.947" v="196" actId="20577"/>
          <ac:spMkLst>
            <pc:docMk/>
            <pc:sldMk cId="1748316126" sldId="267"/>
            <ac:spMk id="2" creationId="{02E0613B-CC4B-6C4B-00F7-CFF47AE28DC1}"/>
          </ac:spMkLst>
        </pc:spChg>
        <pc:spChg chg="mod">
          <ac:chgData name="YOGESH N P" userId="8f3b50bc46d0fa8d" providerId="LiveId" clId="{82C61581-93ED-4597-BD0C-197D45C18ADE}" dt="2026-09-25T02:44:17.702" v="504" actId="20577"/>
          <ac:spMkLst>
            <pc:docMk/>
            <pc:sldMk cId="1748316126" sldId="267"/>
            <ac:spMk id="3" creationId="{E066CD42-4229-9949-394A-5EED9FA97041}"/>
          </ac:spMkLst>
        </pc:spChg>
      </pc:sldChg>
      <pc:sldChg chg="modSp add mod">
        <pc:chgData name="YOGESH N P" userId="8f3b50bc46d0fa8d" providerId="LiveId" clId="{82C61581-93ED-4597-BD0C-197D45C18ADE}" dt="2026-09-25T02:48:00.942" v="632" actId="20577"/>
        <pc:sldMkLst>
          <pc:docMk/>
          <pc:sldMk cId="1940701531" sldId="268"/>
        </pc:sldMkLst>
        <pc:spChg chg="mod">
          <ac:chgData name="YOGESH N P" userId="8f3b50bc46d0fa8d" providerId="LiveId" clId="{82C61581-93ED-4597-BD0C-197D45C18ADE}" dt="2026-09-25T02:44:34.516" v="519" actId="20577"/>
          <ac:spMkLst>
            <pc:docMk/>
            <pc:sldMk cId="1940701531" sldId="268"/>
            <ac:spMk id="2" creationId="{AE05D9F3-9274-7887-645C-9F87CD54140E}"/>
          </ac:spMkLst>
        </pc:spChg>
        <pc:spChg chg="mod">
          <ac:chgData name="YOGESH N P" userId="8f3b50bc46d0fa8d" providerId="LiveId" clId="{82C61581-93ED-4597-BD0C-197D45C18ADE}" dt="2026-09-25T02:48:00.942" v="632" actId="20577"/>
          <ac:spMkLst>
            <pc:docMk/>
            <pc:sldMk cId="1940701531" sldId="268"/>
            <ac:spMk id="3" creationId="{97B155F4-9B27-FC02-CFEA-19078B5A4C6A}"/>
          </ac:spMkLst>
        </pc:spChg>
      </pc:sldChg>
      <pc:sldChg chg="addSp modSp new mod">
        <pc:chgData name="YOGESH N P" userId="8f3b50bc46d0fa8d" providerId="LiveId" clId="{82C61581-93ED-4597-BD0C-197D45C18ADE}" dt="2026-09-25T02:59:23.346" v="1437" actId="14100"/>
        <pc:sldMkLst>
          <pc:docMk/>
          <pc:sldMk cId="913755556" sldId="269"/>
        </pc:sldMkLst>
        <pc:spChg chg="mod">
          <ac:chgData name="YOGESH N P" userId="8f3b50bc46d0fa8d" providerId="LiveId" clId="{82C61581-93ED-4597-BD0C-197D45C18ADE}" dt="2026-09-25T02:49:59.653" v="723" actId="20577"/>
          <ac:spMkLst>
            <pc:docMk/>
            <pc:sldMk cId="913755556" sldId="269"/>
            <ac:spMk id="2" creationId="{820B8D47-CBED-5921-6C1F-74731B6D137E}"/>
          </ac:spMkLst>
        </pc:spChg>
        <pc:spChg chg="mod">
          <ac:chgData name="YOGESH N P" userId="8f3b50bc46d0fa8d" providerId="LiveId" clId="{82C61581-93ED-4597-BD0C-197D45C18ADE}" dt="2026-09-25T02:59:07.175" v="1433" actId="113"/>
          <ac:spMkLst>
            <pc:docMk/>
            <pc:sldMk cId="913755556" sldId="269"/>
            <ac:spMk id="3" creationId="{1C0AD9DB-9A91-6AD8-9049-8C60144FD4C1}"/>
          </ac:spMkLst>
        </pc:spChg>
        <pc:picChg chg="add mod">
          <ac:chgData name="YOGESH N P" userId="8f3b50bc46d0fa8d" providerId="LiveId" clId="{82C61581-93ED-4597-BD0C-197D45C18ADE}" dt="2026-09-25T02:59:23.346" v="1437" actId="14100"/>
          <ac:picMkLst>
            <pc:docMk/>
            <pc:sldMk cId="913755556" sldId="269"/>
            <ac:picMk id="5" creationId="{BA13C095-A731-888C-58C5-E2CC58B2D4D4}"/>
          </ac:picMkLst>
        </pc:picChg>
      </pc:sldChg>
      <pc:sldChg chg="addSp modSp new mod">
        <pc:chgData name="YOGESH N P" userId="8f3b50bc46d0fa8d" providerId="LiveId" clId="{82C61581-93ED-4597-BD0C-197D45C18ADE}" dt="2026-09-25T03:04:36.678" v="1468" actId="1076"/>
        <pc:sldMkLst>
          <pc:docMk/>
          <pc:sldMk cId="3864974146" sldId="270"/>
        </pc:sldMkLst>
        <pc:spChg chg="mod">
          <ac:chgData name="YOGESH N P" userId="8f3b50bc46d0fa8d" providerId="LiveId" clId="{82C61581-93ED-4597-BD0C-197D45C18ADE}" dt="2026-09-25T03:00:02.330" v="1453" actId="20577"/>
          <ac:spMkLst>
            <pc:docMk/>
            <pc:sldMk cId="3864974146" sldId="270"/>
            <ac:spMk id="2" creationId="{E540F397-AA9D-7AEE-3D93-F3C2756261F1}"/>
          </ac:spMkLst>
        </pc:spChg>
        <pc:spChg chg="mod">
          <ac:chgData name="YOGESH N P" userId="8f3b50bc46d0fa8d" providerId="LiveId" clId="{82C61581-93ED-4597-BD0C-197D45C18ADE}" dt="2026-09-25T03:04:01.686" v="1461" actId="5793"/>
          <ac:spMkLst>
            <pc:docMk/>
            <pc:sldMk cId="3864974146" sldId="270"/>
            <ac:spMk id="3" creationId="{E38EBFBF-9F65-D026-2790-FD5DFD252B65}"/>
          </ac:spMkLst>
        </pc:spChg>
        <pc:picChg chg="add mod">
          <ac:chgData name="YOGESH N P" userId="8f3b50bc46d0fa8d" providerId="LiveId" clId="{82C61581-93ED-4597-BD0C-197D45C18ADE}" dt="2026-09-25T03:04:36.678" v="1468" actId="1076"/>
          <ac:picMkLst>
            <pc:docMk/>
            <pc:sldMk cId="3864974146" sldId="270"/>
            <ac:picMk id="5" creationId="{F3907D9D-BDFA-A173-4049-AA4E44BE8358}"/>
          </ac:picMkLst>
        </pc:picChg>
      </pc:sldChg>
      <pc:sldChg chg="modSp new mod">
        <pc:chgData name="YOGESH N P" userId="8f3b50bc46d0fa8d" providerId="LiveId" clId="{82C61581-93ED-4597-BD0C-197D45C18ADE}" dt="2026-09-25T03:06:38.442" v="1517" actId="20577"/>
        <pc:sldMkLst>
          <pc:docMk/>
          <pc:sldMk cId="573899336" sldId="271"/>
        </pc:sldMkLst>
        <pc:spChg chg="mod">
          <ac:chgData name="YOGESH N P" userId="8f3b50bc46d0fa8d" providerId="LiveId" clId="{82C61581-93ED-4597-BD0C-197D45C18ADE}" dt="2026-09-25T03:05:06.777" v="1483" actId="20577"/>
          <ac:spMkLst>
            <pc:docMk/>
            <pc:sldMk cId="573899336" sldId="271"/>
            <ac:spMk id="2" creationId="{D69006C3-6274-26BF-5187-AC6C19A0448D}"/>
          </ac:spMkLst>
        </pc:spChg>
        <pc:spChg chg="mod">
          <ac:chgData name="YOGESH N P" userId="8f3b50bc46d0fa8d" providerId="LiveId" clId="{82C61581-93ED-4597-BD0C-197D45C18ADE}" dt="2026-09-25T03:06:38.442" v="1517" actId="20577"/>
          <ac:spMkLst>
            <pc:docMk/>
            <pc:sldMk cId="573899336" sldId="271"/>
            <ac:spMk id="3" creationId="{BCA95F65-3875-817B-98EF-6781C8AC8416}"/>
          </ac:spMkLst>
        </pc:spChg>
      </pc:sldChg>
      <pc:sldChg chg="modSp new mod">
        <pc:chgData name="YOGESH N P" userId="8f3b50bc46d0fa8d" providerId="LiveId" clId="{82C61581-93ED-4597-BD0C-197D45C18ADE}" dt="2026-09-25T03:10:18.382" v="1649" actId="20577"/>
        <pc:sldMkLst>
          <pc:docMk/>
          <pc:sldMk cId="1425484397" sldId="272"/>
        </pc:sldMkLst>
        <pc:spChg chg="mod">
          <ac:chgData name="YOGESH N P" userId="8f3b50bc46d0fa8d" providerId="LiveId" clId="{82C61581-93ED-4597-BD0C-197D45C18ADE}" dt="2026-09-25T03:09:13.423" v="1550" actId="20577"/>
          <ac:spMkLst>
            <pc:docMk/>
            <pc:sldMk cId="1425484397" sldId="272"/>
            <ac:spMk id="2" creationId="{704F34F6-08D6-B63F-A062-A7664B4011EC}"/>
          </ac:spMkLst>
        </pc:spChg>
        <pc:spChg chg="mod">
          <ac:chgData name="YOGESH N P" userId="8f3b50bc46d0fa8d" providerId="LiveId" clId="{82C61581-93ED-4597-BD0C-197D45C18ADE}" dt="2026-09-25T03:10:18.382" v="1649" actId="20577"/>
          <ac:spMkLst>
            <pc:docMk/>
            <pc:sldMk cId="1425484397" sldId="272"/>
            <ac:spMk id="3" creationId="{9BB1FD8D-99CD-FE77-4BCE-3BFC0AEDBEA4}"/>
          </ac:spMkLst>
        </pc:spChg>
      </pc:sldChg>
      <pc:sldChg chg="modSp new mod">
        <pc:chgData name="YOGESH N P" userId="8f3b50bc46d0fa8d" providerId="LiveId" clId="{82C61581-93ED-4597-BD0C-197D45C18ADE}" dt="2026-09-25T03:47:54.461" v="1821" actId="20577"/>
        <pc:sldMkLst>
          <pc:docMk/>
          <pc:sldMk cId="1268690847" sldId="273"/>
        </pc:sldMkLst>
        <pc:spChg chg="mod">
          <ac:chgData name="YOGESH N P" userId="8f3b50bc46d0fa8d" providerId="LiveId" clId="{82C61581-93ED-4597-BD0C-197D45C18ADE}" dt="2026-09-25T03:38:23.574" v="1689" actId="20577"/>
          <ac:spMkLst>
            <pc:docMk/>
            <pc:sldMk cId="1268690847" sldId="273"/>
            <ac:spMk id="2" creationId="{50C144DB-86D2-209E-25BF-2EDC06BB59CA}"/>
          </ac:spMkLst>
        </pc:spChg>
        <pc:spChg chg="mod">
          <ac:chgData name="YOGESH N P" userId="8f3b50bc46d0fa8d" providerId="LiveId" clId="{82C61581-93ED-4597-BD0C-197D45C18ADE}" dt="2026-09-25T03:47:54.461" v="1821" actId="20577"/>
          <ac:spMkLst>
            <pc:docMk/>
            <pc:sldMk cId="1268690847" sldId="273"/>
            <ac:spMk id="3" creationId="{45506287-B2C2-DCF5-8E33-7311FAA59AB7}"/>
          </ac:spMkLst>
        </pc:spChg>
      </pc:sldChg>
      <pc:sldChg chg="modSp new del mod">
        <pc:chgData name="YOGESH N P" userId="8f3b50bc46d0fa8d" providerId="LiveId" clId="{82C61581-93ED-4597-BD0C-197D45C18ADE}" dt="2026-09-27T23:58:39.538" v="2255" actId="680"/>
        <pc:sldMkLst>
          <pc:docMk/>
          <pc:sldMk cId="1818204386" sldId="274"/>
        </pc:sldMkLst>
        <pc:spChg chg="mod">
          <ac:chgData name="YOGESH N P" userId="8f3b50bc46d0fa8d" providerId="LiveId" clId="{82C61581-93ED-4597-BD0C-197D45C18ADE}" dt="2026-09-27T23:58:39.334" v="2254"/>
          <ac:spMkLst>
            <pc:docMk/>
            <pc:sldMk cId="1818204386" sldId="274"/>
            <ac:spMk id="2" creationId="{DB89439C-0E8C-9EF4-52FC-C6F73C7C66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pectrum.ieee.org/the-strange-birth-and-long-life-of-unix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ix.org/unix_history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 of UNIX/Linux Operating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/>
              <a:t>Module 1: GETTING STARTED &amp; NAVIGATING THE SYSTEM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D658-7934-8338-E872-5EFF1A98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32D34-C683-3E5B-535D-43538F7E6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What is an Operating System?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What is Unix?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History of UNIX Operating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Linux Operating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Features of Linux Operating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Structure of LINUX Operating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Kernel in LINUX.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Shell in LINUX.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Types of Shell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Distributions of Linux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368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93A1-73F0-8E3F-0B02-AA5BD707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accent1"/>
              </a:buClr>
              <a:buSzPct val="100000"/>
            </a:pPr>
            <a:r>
              <a:rPr lang="en-IN" dirty="0"/>
              <a:t>What is an Operating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6A0F5-D6F8-77F4-9932-07D7CF76A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An operating system or OS is software installed on a computer’s hard drive that enables the computer hardware to communicate and operate with the computer software.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In normal word, we can say that an operating system is a messenger which </a:t>
            </a:r>
            <a:r>
              <a:rPr lang="en-IN" b="1" dirty="0"/>
              <a:t>helps the user to communicate with the hardware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This picture shows latest Microsoft Windows 11 in its</a:t>
            </a:r>
            <a:br>
              <a:rPr lang="en-IN" dirty="0"/>
            </a:br>
            <a:r>
              <a:rPr lang="en-IN" dirty="0"/>
              <a:t>original packaging.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61E82-FB45-5F92-F15B-42057288C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929" y="3429000"/>
            <a:ext cx="3552791" cy="239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39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E622-83EF-100B-C5C9-EC0FAD8E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Unix?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632AA-7518-F4A5-7115-D960ED2AC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UNIX is a </a:t>
            </a:r>
            <a:r>
              <a:rPr lang="en-IN" b="1" dirty="0"/>
              <a:t>multi-user</a:t>
            </a:r>
            <a:r>
              <a:rPr lang="en-IN" dirty="0"/>
              <a:t>, </a:t>
            </a:r>
            <a:r>
              <a:rPr lang="en-IN" b="1" dirty="0"/>
              <a:t>multitasking</a:t>
            </a:r>
            <a:r>
              <a:rPr lang="en-IN" dirty="0"/>
              <a:t> operating system (OS) that was developed at </a:t>
            </a:r>
            <a:r>
              <a:rPr lang="en-IN" b="1" dirty="0"/>
              <a:t>AT&amp;T Bell Labs </a:t>
            </a:r>
            <a:r>
              <a:rPr lang="en-IN" dirty="0"/>
              <a:t>in the late 1960s. It was designed to be used exclusively by programmers and became a leading operating system for workstations because of its </a:t>
            </a:r>
            <a:r>
              <a:rPr lang="en-IN" b="1" dirty="0"/>
              <a:t>portability</a:t>
            </a:r>
            <a:r>
              <a:rPr lang="en-IN" dirty="0"/>
              <a:t>, flexibility and power.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UNIX systems also have a graphical user interface (</a:t>
            </a:r>
            <a:r>
              <a:rPr lang="en-IN" b="1" dirty="0"/>
              <a:t>GUI</a:t>
            </a:r>
            <a:r>
              <a:rPr lang="en-IN" dirty="0"/>
              <a:t>) similar to Microsoft Windows which provides an easy to use environment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The UNIX operating system is made up of three parts: </a:t>
            </a:r>
          </a:p>
          <a:p>
            <a:pPr lvl="1"/>
            <a:r>
              <a:rPr lang="en-IN" dirty="0"/>
              <a:t>The Kernel</a:t>
            </a:r>
          </a:p>
          <a:p>
            <a:pPr lvl="1"/>
            <a:r>
              <a:rPr lang="en-IN" dirty="0"/>
              <a:t>The Shell</a:t>
            </a:r>
          </a:p>
          <a:p>
            <a:pPr lvl="1"/>
            <a:r>
              <a:rPr lang="en-IN" dirty="0"/>
              <a:t>The Programs</a:t>
            </a:r>
          </a:p>
        </p:txBody>
      </p:sp>
    </p:spTree>
    <p:extLst>
      <p:ext uri="{BB962C8B-B14F-4D97-AF65-F5344CB8AC3E}">
        <p14:creationId xmlns:p14="http://schemas.microsoft.com/office/powerpoint/2010/main" val="423479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F6F2-86AE-F467-5BCB-8401F445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Clr>
                <a:schemeClr val="accent1"/>
              </a:buClr>
              <a:buSzPct val="100000"/>
            </a:pPr>
            <a:r>
              <a:rPr lang="en-IN" dirty="0"/>
              <a:t>History of UNIX Operating System.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3CE82-2D77-7FCC-4A48-092386822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The UNIX operating system was created in 1969 at by Ken Thompson, Dennis Ritchie, and a team of researchers looking for a simpler, portable alternative to the bulky Multics project.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The history of UNIX traces its evolution from a simple research project at Bell Labs to one of the most influential operating systems in the world.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sz="1800" b="1" dirty="0"/>
              <a:t>Origins and PDP-7 (1969)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b="1" dirty="0"/>
              <a:t>Rewriting in C and Portability (1973)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b="1" dirty="0"/>
              <a:t>Academic Expansion and Commercialization (1970s – 1980s)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b="1" dirty="0"/>
              <a:t>Legacy and Modern Influence (1990s – Present)</a:t>
            </a:r>
          </a:p>
        </p:txBody>
      </p:sp>
    </p:spTree>
    <p:extLst>
      <p:ext uri="{BB962C8B-B14F-4D97-AF65-F5344CB8AC3E}">
        <p14:creationId xmlns:p14="http://schemas.microsoft.com/office/powerpoint/2010/main" val="29312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221D-0C21-F313-D19C-BFB71EC1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01168" lvl="1"/>
            <a:r>
              <a:rPr lang="en-IN" sz="1800" b="1" dirty="0"/>
              <a:t>Origins and PDP-7 (1969)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8FE7-E323-0A25-7370-2DE7BB718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Multics Failure:</a:t>
            </a:r>
            <a:r>
              <a:rPr lang="en-IN" dirty="0"/>
              <a:t> Bell Labs pulled out of the overly complex Multics experimental time-sharing project in 1969.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The First Version:</a:t>
            </a:r>
            <a:r>
              <a:rPr lang="en-IN" dirty="0"/>
              <a:t> Ken Thompson used an idle </a:t>
            </a:r>
            <a:r>
              <a:rPr lang="en-IN" dirty="0">
                <a:hlinkClick r:id="rId2"/>
              </a:rPr>
              <a:t>PDP-7 minicomputer</a:t>
            </a:r>
            <a:r>
              <a:rPr lang="en-IN" dirty="0"/>
              <a:t> to write a stripped-down file system and kernel.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The Name:</a:t>
            </a:r>
            <a:r>
              <a:rPr lang="en-IN" dirty="0"/>
              <a:t> Brian Kernighan coined the name "UNIX" as a pun on Multics (</a:t>
            </a:r>
            <a:r>
              <a:rPr lang="en-IN" dirty="0" err="1"/>
              <a:t>Uniplexed</a:t>
            </a:r>
            <a:r>
              <a:rPr lang="en-IN" dirty="0"/>
              <a:t> Information and Computing Service).</a:t>
            </a:r>
          </a:p>
        </p:txBody>
      </p:sp>
    </p:spTree>
    <p:extLst>
      <p:ext uri="{BB962C8B-B14F-4D97-AF65-F5344CB8AC3E}">
        <p14:creationId xmlns:p14="http://schemas.microsoft.com/office/powerpoint/2010/main" val="1613801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A74AC-3C5E-6326-DFFF-B24ADCFD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4F18-F837-B275-CD16-C48CF7BD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01168" lvl="1"/>
            <a:r>
              <a:rPr lang="en-IN" sz="1800" b="1" dirty="0"/>
              <a:t>Rewriting in C and Portability (1973)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B526-68A7-39B7-0934-A7A2E780C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Assembly to C:</a:t>
            </a:r>
            <a:r>
              <a:rPr lang="en-IN" dirty="0"/>
              <a:t> Dennis Ritchie created the C programming language, and in 1973, Thompson and Ritchie rewrote the Unix kernel in 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Hardware Independence:</a:t>
            </a:r>
            <a:r>
              <a:rPr lang="en-IN" dirty="0"/>
              <a:t> This rewrite made Unix portable across completely different computer hardware architectures rather than being locked to one machine.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The Name:</a:t>
            </a:r>
            <a:r>
              <a:rPr lang="en-IN" dirty="0"/>
              <a:t> Brian Kernighan coined the name "UNIX" as a pun on Multics (</a:t>
            </a:r>
            <a:r>
              <a:rPr lang="en-IN" dirty="0" err="1"/>
              <a:t>Uniplexed</a:t>
            </a:r>
            <a:r>
              <a:rPr lang="en-IN" dirty="0"/>
              <a:t> Information and Computing Service).</a:t>
            </a:r>
          </a:p>
        </p:txBody>
      </p:sp>
    </p:spTree>
    <p:extLst>
      <p:ext uri="{BB962C8B-B14F-4D97-AF65-F5344CB8AC3E}">
        <p14:creationId xmlns:p14="http://schemas.microsoft.com/office/powerpoint/2010/main" val="206061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2980B-C723-F3D2-F2F9-C1DECA20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7E1F-33F1-906F-F927-30BF1EE8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01168" lvl="1"/>
            <a:r>
              <a:rPr lang="en-IN" sz="1800" b="1" dirty="0"/>
              <a:t>Academic Expansion and Commercialization (1970s – 1980s)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6837B-4F58-3509-98B1-2BCF2A048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BSD Fork:</a:t>
            </a:r>
            <a:r>
              <a:rPr lang="en-IN" dirty="0"/>
              <a:t> Ken Thompson taught Unix at UC Berkeley, leading to the creation of the Berkeley Software Distribution (BSD) branch.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System V:</a:t>
            </a:r>
            <a:r>
              <a:rPr lang="en-IN" dirty="0"/>
              <a:t> AT&amp;T released commercial versions like </a:t>
            </a:r>
            <a:r>
              <a:rPr lang="en-IN" dirty="0">
                <a:hlinkClick r:id="rId2"/>
              </a:rPr>
              <a:t>UNIX System V</a:t>
            </a:r>
            <a:r>
              <a:rPr lang="en-IN" dirty="0"/>
              <a:t>, establishing two major rival families (BSD and System V).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Commercial Variants:</a:t>
            </a:r>
            <a:r>
              <a:rPr lang="en-IN" dirty="0"/>
              <a:t> Tech giants built proprietary versions including Solaris (Sun), HP-UX (HP), and AIX (IBM).</a:t>
            </a:r>
          </a:p>
        </p:txBody>
      </p:sp>
    </p:spTree>
    <p:extLst>
      <p:ext uri="{BB962C8B-B14F-4D97-AF65-F5344CB8AC3E}">
        <p14:creationId xmlns:p14="http://schemas.microsoft.com/office/powerpoint/2010/main" val="155992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D623-830D-98A7-E1C7-F89FC4BB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A434-5EBC-66B7-D0E5-6C756086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01168" lvl="1"/>
            <a:r>
              <a:rPr lang="en-IN" sz="1800" b="1" dirty="0"/>
              <a:t>Legacy and Modern Influence (1990s – Present)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2FA7F-AA13-16FE-9A6A-71CB423FD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Birth of Linux: </a:t>
            </a:r>
            <a:r>
              <a:rPr lang="en-IN" dirty="0"/>
              <a:t>Frustrated by proprietary licensing, Linus Torvalds created Linux in 1991 as a free, Unix-like alternative.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Modern OS Foundation:</a:t>
            </a:r>
            <a:r>
              <a:rPr lang="en-IN" dirty="0"/>
              <a:t> Unix design principles directly shape modern operating systems like macOS, iOS, Android, and various Linux distributions.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It is a picture of Bell Labs ( </a:t>
            </a:r>
            <a:r>
              <a:rPr lang="en-IN" b="1" dirty="0">
                <a:solidFill>
                  <a:srgbClr val="FF0000"/>
                </a:solidFill>
              </a:rPr>
              <a:t>KEN THOMPSON </a:t>
            </a:r>
            <a:r>
              <a:rPr lang="en-IN" dirty="0"/>
              <a:t>is sitting on the chair</a:t>
            </a:r>
            <a:br>
              <a:rPr lang="en-IN" dirty="0"/>
            </a:br>
            <a:r>
              <a:rPr lang="en-IN" dirty="0"/>
              <a:t>and </a:t>
            </a:r>
            <a:r>
              <a:rPr lang="en-IN" b="1" dirty="0">
                <a:solidFill>
                  <a:srgbClr val="FF0000"/>
                </a:solidFill>
              </a:rPr>
              <a:t>DENNIS RITCHIE </a:t>
            </a:r>
            <a:r>
              <a:rPr lang="en-IN" dirty="0"/>
              <a:t>is standing next to Ken 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1EA9B-E275-4ECD-60A1-34966FF9B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885" y="3695125"/>
            <a:ext cx="2728795" cy="217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93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613B-CC4B-6C4B-00F7-CFF47AE28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Linux Operating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CD42-4229-9949-394A-5EED9FA97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Linux is a </a:t>
            </a:r>
            <a:r>
              <a:rPr lang="en-IN" b="1" dirty="0"/>
              <a:t>free, open-source operating system </a:t>
            </a:r>
            <a:r>
              <a:rPr lang="en-IN" dirty="0"/>
              <a:t>that manages computer hardware and software.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It was developed by Linus Torvalds in </a:t>
            </a:r>
            <a:r>
              <a:rPr lang="en-IN" b="1" dirty="0"/>
              <a:t>1991</a:t>
            </a:r>
            <a:r>
              <a:rPr lang="en-IN" dirty="0"/>
              <a:t>, Linux officially transitioned to a true open-source model in </a:t>
            </a:r>
            <a:r>
              <a:rPr lang="en-IN" b="1" dirty="0"/>
              <a:t>1992</a:t>
            </a:r>
            <a:r>
              <a:rPr lang="en-IN" dirty="0"/>
              <a:t>. The transition occurred when Linus Torvalds changed the project's legal license, which transformed it from a restrictive student hobby into a globally collaborative phenomenon.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Now-a-days from smartphones to cars, supercomputers and home appliances, home desktops to enterprise servers, the Linux OS is everywhere.</a:t>
            </a:r>
          </a:p>
        </p:txBody>
      </p:sp>
    </p:spTree>
    <p:extLst>
      <p:ext uri="{BB962C8B-B14F-4D97-AF65-F5344CB8AC3E}">
        <p14:creationId xmlns:p14="http://schemas.microsoft.com/office/powerpoint/2010/main" val="1748316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E4424-A2C8-8E77-472F-E311C49E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D9F3-9274-7887-645C-9F87CD54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Linux Operating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55F4-9B27-FC02-CFEA-19078B5A4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Open Source:</a:t>
            </a:r>
            <a:r>
              <a:rPr lang="en-IN" dirty="0"/>
              <a:t> The source code is freely available to everyone. You can view, modify, and distribute 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Security:</a:t>
            </a:r>
            <a:r>
              <a:rPr lang="en-IN" dirty="0"/>
              <a:t> Linux is very secure. It uses user privilege controls, password protection, and encrypted files. It rarely gets viruses compared to other systems.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Multi-user:</a:t>
            </a:r>
            <a:r>
              <a:rPr lang="en-IN" dirty="0"/>
              <a:t> Multiple users can use the same system at the same time. They can run their own programs without disturbing each other.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Multitasking:</a:t>
            </a:r>
            <a:r>
              <a:rPr lang="en-IN" dirty="0"/>
              <a:t> Linux can run many programs at the same time without slowing down.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Portability:</a:t>
            </a:r>
            <a:r>
              <a:rPr lang="en-IN" dirty="0"/>
              <a:t> Linux works on many different hardware devices. You can run it on small computers, large servers, and mobile phones. Security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Customizability:</a:t>
            </a:r>
            <a:r>
              <a:rPr lang="en-IN" dirty="0"/>
              <a:t> You can change almost everything in Linux. You can pick different desktop looks, themes, and system tools.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Stability:</a:t>
            </a:r>
            <a:r>
              <a:rPr lang="en-IN" dirty="0"/>
              <a:t> Linux rarely crashes. It can run for years without needing a restart. This makes it great for web servers.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Command Line and GUI:</a:t>
            </a:r>
            <a:r>
              <a:rPr lang="en-IN" dirty="0"/>
              <a:t> Linux offers a powerful text command line for experts. It also offers easy-to-use graphic desktop screens for regular users.</a:t>
            </a:r>
          </a:p>
        </p:txBody>
      </p:sp>
    </p:spTree>
    <p:extLst>
      <p:ext uri="{BB962C8B-B14F-4D97-AF65-F5344CB8AC3E}">
        <p14:creationId xmlns:p14="http://schemas.microsoft.com/office/powerpoint/2010/main" val="1940701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8D47-CBED-5921-6C1F-74731B6D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Linux Operating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AD9DB-9A91-6AD8-9049-8C60144FD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The Linux system basically works on </a:t>
            </a:r>
            <a:r>
              <a:rPr lang="en-IN" b="1" dirty="0"/>
              <a:t>4 layers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Hardware</a:t>
            </a:r>
            <a:r>
              <a:rPr lang="en-IN" dirty="0"/>
              <a:t> – Hardware consists of all physical devices attached to System. For example: Hard disk drive, RAM, Motherboard, CPU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Kernel</a:t>
            </a:r>
            <a:r>
              <a:rPr lang="en-IN" dirty="0"/>
              <a:t> – Kernel is the core component for </a:t>
            </a:r>
            <a:br>
              <a:rPr lang="en-IN" dirty="0"/>
            </a:br>
            <a:r>
              <a:rPr lang="en-IN" dirty="0"/>
              <a:t>any (Linux) operating system which directly </a:t>
            </a:r>
            <a:br>
              <a:rPr lang="en-IN" dirty="0"/>
            </a:br>
            <a:r>
              <a:rPr lang="en-IN" dirty="0"/>
              <a:t>interacts with the hardware.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Shell </a:t>
            </a:r>
            <a:r>
              <a:rPr lang="en-IN" dirty="0"/>
              <a:t>– Shell is the interface which takes </a:t>
            </a:r>
            <a:br>
              <a:rPr lang="en-IN" dirty="0"/>
            </a:br>
            <a:r>
              <a:rPr lang="en-IN" dirty="0"/>
              <a:t>input from Users and sends instructions to the Kernel.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Applications - </a:t>
            </a:r>
            <a:r>
              <a:rPr lang="en-IN" dirty="0"/>
              <a:t> These are the utility programs which </a:t>
            </a:r>
            <a:br>
              <a:rPr lang="en-IN" dirty="0"/>
            </a:br>
            <a:r>
              <a:rPr lang="en-IN" dirty="0"/>
              <a:t>runs on Shell.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System</a:t>
            </a:r>
            <a:r>
              <a:rPr lang="en-IN" dirty="0"/>
              <a:t> </a:t>
            </a:r>
            <a:r>
              <a:rPr lang="en-IN" b="1" dirty="0"/>
              <a:t>Utilities - </a:t>
            </a:r>
            <a:r>
              <a:rPr lang="en-IN" dirty="0"/>
              <a:t> System Utilities are built-in tools used for system management, configuration, and maintenance.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3C095-A731-888C-58C5-E2CC58B2D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931" y="2939940"/>
            <a:ext cx="3599850" cy="246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55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F397-AA9D-7AEE-3D93-F3C27562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Kernel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EBFBF-9F65-D026-2790-FD5DFD252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The </a:t>
            </a:r>
            <a:r>
              <a:rPr lang="en-IN" b="1" dirty="0"/>
              <a:t>Linux kernel</a:t>
            </a:r>
            <a:r>
              <a:rPr lang="en-IN" dirty="0"/>
              <a:t> is the absolute core component of the Linux operating system. It acts as a </a:t>
            </a:r>
            <a:r>
              <a:rPr lang="en-IN" b="1" dirty="0"/>
              <a:t>critical bridge and translator</a:t>
            </a:r>
            <a:r>
              <a:rPr lang="en-IN" dirty="0"/>
              <a:t> between the computer's physical hardware and the software applications running on it.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07D9D-BDFA-A173-4049-AA4E44BE8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747" y="3213774"/>
            <a:ext cx="3358505" cy="265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74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06C3-6274-26BF-5187-AC6C19A0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Shell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5F65-3875-817B-98EF-6781C8AC8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Linux, a </a:t>
            </a:r>
            <a:r>
              <a:rPr lang="en-IN" b="1" dirty="0"/>
              <a:t>shell</a:t>
            </a:r>
            <a:r>
              <a:rPr lang="en-IN" dirty="0"/>
              <a:t> is a command-line interpreter that acts as an interface between the user and the operating system kernel.</a:t>
            </a:r>
          </a:p>
          <a:p>
            <a:r>
              <a:rPr lang="en-IN" b="1" dirty="0"/>
              <a:t>The Core Hierarchy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/>
              <a:t>Terminal:</a:t>
            </a:r>
            <a:r>
              <a:rPr lang="en-IN" dirty="0"/>
              <a:t> The window or text-based program where you type (e.g., GNOME Terminal).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/>
              <a:t>Shell:</a:t>
            </a:r>
            <a:r>
              <a:rPr lang="en-IN" dirty="0"/>
              <a:t> The program running </a:t>
            </a:r>
            <a:r>
              <a:rPr lang="en-IN" i="1" dirty="0"/>
              <a:t>inside</a:t>
            </a:r>
            <a:r>
              <a:rPr lang="en-IN" dirty="0"/>
              <a:t> the terminal that reads, interprets, and manages your commands.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/>
              <a:t>Kernel:</a:t>
            </a:r>
            <a:r>
              <a:rPr lang="en-IN" dirty="0"/>
              <a:t> The core software that directly interacts with your computer's physical hardware.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899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34F6-08D6-B63F-A062-A7664B40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1FD8D-99CD-FE77-4BCE-3BFC0AED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Bourne shell (</a:t>
            </a:r>
            <a:r>
              <a:rPr lang="en-IN" dirty="0" err="1"/>
              <a:t>sh</a:t>
            </a:r>
            <a:r>
              <a:rPr lang="en-IN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Korn shell (</a:t>
            </a:r>
            <a:r>
              <a:rPr lang="en-IN" dirty="0" err="1"/>
              <a:t>ksh</a:t>
            </a:r>
            <a:r>
              <a:rPr lang="en-IN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Bourne Again shell (bash)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POSIX shell (</a:t>
            </a:r>
            <a:r>
              <a:rPr lang="en-IN" dirty="0" err="1"/>
              <a:t>sh</a:t>
            </a:r>
            <a:r>
              <a:rPr lang="en-IN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C shell (</a:t>
            </a:r>
            <a:r>
              <a:rPr lang="en-IN" dirty="0" err="1"/>
              <a:t>csh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5484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44DB-86D2-209E-25BF-2EDC06BB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Distributions of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06287-B2C2-DCF5-8E33-7311FAA59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Ubuntu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Debian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Linux Mint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Red Hat Enterprise Linux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Cent 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Fedora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KALI Linux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Arch Linux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OpenSUSE</a:t>
            </a:r>
          </a:p>
        </p:txBody>
      </p:sp>
    </p:spTree>
    <p:extLst>
      <p:ext uri="{BB962C8B-B14F-4D97-AF65-F5344CB8AC3E}">
        <p14:creationId xmlns:p14="http://schemas.microsoft.com/office/powerpoint/2010/main" val="12686908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{AB16A9E5-85F5-46FD-8A78-9B9498A2BE81}TFf0a5ceae-4542-492d-822e-d65a94fb0e1e3b562c5a_win32-009a0557e699</Template>
  <TotalTime>852</TotalTime>
  <Words>1251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Bookman Old Style</vt:lpstr>
      <vt:lpstr>Calibri</vt:lpstr>
      <vt:lpstr>Franklin Gothic Book</vt:lpstr>
      <vt:lpstr>Wingdings</vt:lpstr>
      <vt:lpstr>Custom</vt:lpstr>
      <vt:lpstr>Overview of UNIX/Linux Operating System</vt:lpstr>
      <vt:lpstr>INDEX</vt:lpstr>
      <vt:lpstr>What is an Operating System?</vt:lpstr>
      <vt:lpstr>What is Unix?</vt:lpstr>
      <vt:lpstr>History of UNIX Operating System.</vt:lpstr>
      <vt:lpstr>Origins and PDP-7 (1969)</vt:lpstr>
      <vt:lpstr>Rewriting in C and Portability (1973)</vt:lpstr>
      <vt:lpstr>Academic Expansion and Commercialization (1970s – 1980s)</vt:lpstr>
      <vt:lpstr>Legacy and Modern Influence (1990s – Present)</vt:lpstr>
      <vt:lpstr>Linux Operating System</vt:lpstr>
      <vt:lpstr>Features of Linux Operating System</vt:lpstr>
      <vt:lpstr>Structure of Linux Operating System</vt:lpstr>
      <vt:lpstr>Kernel in Linux</vt:lpstr>
      <vt:lpstr>Shell in Linux</vt:lpstr>
      <vt:lpstr>Types of Shell</vt:lpstr>
      <vt:lpstr>Distributions of Linux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N P</dc:creator>
  <cp:lastModifiedBy>YOGESH N P</cp:lastModifiedBy>
  <cp:revision>1</cp:revision>
  <dcterms:created xsi:type="dcterms:W3CDTF">2026-09-24T14:44:54Z</dcterms:created>
  <dcterms:modified xsi:type="dcterms:W3CDTF">2026-09-28T00:07:07Z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